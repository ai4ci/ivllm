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_rels/slideMaster1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4.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21.xml.rels" ContentType="application/vnd.openxmlformats-package.relationships+xml"/>
  <Override PartName="/ppt/slideMasters/_rels/slideMaster19.xml.rels" ContentType="application/vnd.openxmlformats-package.relationships+xml"/>
  <Override PartName="/ppt/slideMasters/_rels/slideMaster7.xml.rels" ContentType="application/vnd.openxmlformats-package.relationships+xml"/>
  <Override PartName="/ppt/slideMasters/_rels/slideMaster20.xml.rels" ContentType="application/vnd.openxmlformats-package.relationships+xml"/>
  <Override PartName="/ppt/slideMasters/_rels/slideMaster18.xml.rels" ContentType="application/vnd.openxmlformats-package.relationships+xml"/>
  <Override PartName="/ppt/slideMasters/slideMaster14.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_rels/presentation.xml.rels" ContentType="application/vnd.openxmlformats-package.relationships+xml"/>
  <Override PartName="/ppt/media/image9.png" ContentType="image/png"/>
  <Override PartName="/ppt/media/image8.wmf" ContentType="image/x-wmf"/>
  <Override PartName="/ppt/media/image12.jpeg" ContentType="image/jpeg"/>
  <Override PartName="/ppt/media/image11.png" ContentType="image/png"/>
  <Override PartName="/ppt/media/image2.png" ContentType="image/png"/>
  <Override PartName="/ppt/media/image7.png" ContentType="image/png"/>
  <Override PartName="/ppt/media/image17.jpeg" ContentType="image/jpeg"/>
  <Override PartName="/ppt/media/image19.jpeg" ContentType="image/jpeg"/>
  <Override PartName="/ppt/media/image6.png" ContentType="image/png"/>
  <Override PartName="/ppt/media/image20.jpeg" ContentType="image/jpeg"/>
  <Override PartName="/ppt/media/image18.jpeg" ContentType="image/jpeg"/>
  <Override PartName="/ppt/media/image16.jpeg" ContentType="image/jpeg"/>
  <Override PartName="/ppt/media/image15.jpeg" ContentType="image/jpeg"/>
  <Override PartName="/ppt/media/image10.png" ContentType="image/png"/>
  <Override PartName="/ppt/media/image1.png" ContentType="image/png"/>
  <Override PartName="/ppt/media/image14.jpeg" ContentType="image/jpeg"/>
  <Override PartName="/ppt/media/image3.png" ContentType="image/png"/>
  <Override PartName="/ppt/media/image5.png" ContentType="image/png"/>
  <Override PartName="/ppt/media/image13.jpeg" ContentType="image/jpeg"/>
  <Override PartName="/ppt/media/image4.png" ContentType="image/png"/>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Lst>
  <p:sldIdLst>
    <p:sldId id="256" r:id="rId26"/>
    <p:sldId id="257" r:id="rId27"/>
    <p:sldId id="258" r:id="rId28"/>
    <p:sldId id="259" r:id="rId29"/>
    <p:sldId id="260" r:id="rId30"/>
    <p:sldId id="261" r:id="rId31"/>
    <p:sldId id="262" r:id="rId32"/>
    <p:sldId id="263" r:id="rId33"/>
    <p:sldId id="264" r:id="rId34"/>
    <p:sldId id="265" r:id="rId35"/>
    <p:sldId id="266" r:id="rId36"/>
    <p:sldId id="267" r:id="rId37"/>
    <p:sldId id="268" r:id="rId38"/>
    <p:sldId id="269" r:id="rId39"/>
    <p:sldId id="270" r:id="rId40"/>
    <p:sldId id="271" r:id="rId41"/>
    <p:sldId id="272" r:id="rId42"/>
  </p:sldIdLst>
  <p:sldSz cx="9144000" cy="51435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slide" Target="slides/slide8.xml"/><Relationship Id="rId34" Type="http://schemas.openxmlformats.org/officeDocument/2006/relationships/slide" Target="slides/slide9.xml"/><Relationship Id="rId35" Type="http://schemas.openxmlformats.org/officeDocument/2006/relationships/slide" Target="slides/slide10.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lang="en-US" sz="1862" spc="-1" strike="noStrike">
                <a:solidFill>
                  <a:srgbClr val="595959"/>
                </a:solidFill>
                <a:latin typeface="Calibri"/>
              </a:defRPr>
            </a:pPr>
            <a:r>
              <a:rPr b="0" lang="en-US" sz="1862" spc="-1" strike="noStrike">
                <a:solidFill>
                  <a:srgbClr val="595959"/>
                </a:solidFill>
                <a:latin typeface="Calibri"/>
              </a:rPr>
              <a:t>Title</a:t>
            </a:r>
          </a:p>
        </c:rich>
      </c:tx>
      <c:overlay val="0"/>
      <c:spPr>
        <a:noFill/>
        <a:ln w="0">
          <a:noFill/>
        </a:ln>
      </c:spPr>
    </c:title>
    <c:autoTitleDeleted val="0"/>
    <c:plotArea>
      <c:pieChart>
        <c:varyColors val="1"/>
        <c:ser>
          <c:idx val="0"/>
          <c:order val="0"/>
          <c:tx>
            <c:strRef>
              <c:f>label 0</c:f>
              <c:strCache>
                <c:ptCount val="1"/>
                <c:pt idx="0">
                  <c:v>Sales</c:v>
                </c:pt>
              </c:strCache>
            </c:strRef>
          </c:tx>
          <c:spPr>
            <a:solidFill>
              <a:srgbClr val="ffd700"/>
            </a:solidFill>
            <a:ln w="0">
              <a:noFill/>
            </a:ln>
          </c:spPr>
          <c:explosion val="0"/>
          <c:dPt>
            <c:idx val="0"/>
            <c:spPr>
              <a:solidFill>
                <a:srgbClr val="ffd700"/>
              </a:solidFill>
              <a:ln w="19080">
                <a:solidFill>
                  <a:srgbClr val="ffffff"/>
                </a:solidFill>
                <a:round/>
              </a:ln>
            </c:spPr>
          </c:dPt>
          <c:dPt>
            <c:idx val="1"/>
            <c:spPr>
              <a:solidFill>
                <a:srgbClr val="70deff"/>
              </a:solidFill>
              <a:ln w="19080">
                <a:solidFill>
                  <a:srgbClr val="ffffff"/>
                </a:solidFill>
                <a:round/>
              </a:ln>
            </c:spPr>
          </c:dPt>
          <c:dPt>
            <c:idx val="2"/>
            <c:spPr>
              <a:solidFill>
                <a:srgbClr val="bbe977"/>
              </a:solidFill>
              <a:ln w="19080">
                <a:solidFill>
                  <a:srgbClr val="ffffff"/>
                </a:solidFill>
                <a:round/>
              </a:ln>
            </c:spPr>
          </c:dPt>
          <c:dPt>
            <c:idx val="3"/>
            <c:spPr>
              <a:solidFill>
                <a:srgbClr val="ffadfc"/>
              </a:solidFill>
              <a:ln w="19080">
                <a:solidFill>
                  <a:srgbClr val="ffffff"/>
                </a:solidFill>
                <a:round/>
              </a:ln>
            </c:spPr>
          </c:dPt>
          <c:dLbls>
            <c:dLbl>
              <c:idx val="0"/>
              <c:txPr>
                <a:bodyPr wrap="square"/>
                <a:lstStyle/>
                <a:p>
                  <a:pPr>
                    <a:defRPr b="0" sz="1000" spc="-1" strike="noStrike">
                      <a:solidFill>
                        <a:srgbClr val="000000"/>
                      </a:solidFill>
                      <a:latin typeface="Calibri"/>
                    </a:defRPr>
                  </a:pPr>
                </a:p>
              </c:txPr>
              <c:dLblPos val="bestFit"/>
              <c:showLegendKey val="0"/>
              <c:showVal val="0"/>
              <c:showCatName val="0"/>
              <c:showSerName val="0"/>
              <c:showPercent val="0"/>
              <c:separator>; </c:separator>
            </c:dLbl>
            <c:dLbl>
              <c:idx val="1"/>
              <c:txPr>
                <a:bodyPr wrap="square"/>
                <a:lstStyle/>
                <a:p>
                  <a:pPr>
                    <a:defRPr b="0" sz="1000" spc="-1" strike="noStrike">
                      <a:solidFill>
                        <a:srgbClr val="000000"/>
                      </a:solidFill>
                      <a:latin typeface="Calibri"/>
                    </a:defRPr>
                  </a:pPr>
                </a:p>
              </c:txPr>
              <c:dLblPos val="bestFit"/>
              <c:showLegendKey val="0"/>
              <c:showVal val="0"/>
              <c:showCatName val="0"/>
              <c:showSerName val="0"/>
              <c:showPercent val="0"/>
              <c:separator>; </c:separator>
            </c:dLbl>
            <c:dLbl>
              <c:idx val="2"/>
              <c:txPr>
                <a:bodyPr wrap="square"/>
                <a:lstStyle/>
                <a:p>
                  <a:pPr>
                    <a:defRPr b="0" sz="1000" spc="-1" strike="noStrike">
                      <a:solidFill>
                        <a:srgbClr val="000000"/>
                      </a:solidFill>
                      <a:latin typeface="Calibri"/>
                    </a:defRPr>
                  </a:pPr>
                </a:p>
              </c:txPr>
              <c:dLblPos val="bestFit"/>
              <c:showLegendKey val="0"/>
              <c:showVal val="0"/>
              <c:showCatName val="0"/>
              <c:showSerName val="0"/>
              <c:showPercent val="0"/>
              <c:separator>; </c:separator>
            </c:dLbl>
            <c:dLbl>
              <c:idx val="3"/>
              <c:txPr>
                <a:bodyPr wrap="square"/>
                <a:lstStyle/>
                <a:p>
                  <a:pPr>
                    <a:defRPr b="0" sz="1000" spc="-1" strike="noStrike">
                      <a:solidFill>
                        <a:srgbClr val="000000"/>
                      </a:solidFill>
                      <a:latin typeface="Calibri"/>
                    </a:defRPr>
                  </a:pPr>
                </a:p>
              </c:txPr>
              <c:dLblPos val="bestFit"/>
              <c:showLegendKey val="0"/>
              <c:showVal val="0"/>
              <c:showCatName val="0"/>
              <c:showSerName val="0"/>
              <c:showPercent val="0"/>
              <c:separator>; </c:separator>
            </c:dLbl>
            <c:txPr>
              <a:bodyPr wrap="square"/>
              <a:lstStyle/>
              <a:p>
                <a:pPr>
                  <a:defRPr b="0" sz="1000" spc="-1" strike="noStrike">
                    <a:solidFill>
                      <a:srgbClr val="000000"/>
                    </a:solidFill>
                    <a:latin typeface="Calibri"/>
                  </a:defRPr>
                </a:pPr>
              </a:p>
            </c:txPr>
            <c:dLblPos val="bestFit"/>
            <c:showLegendKey val="0"/>
            <c:showVal val="0"/>
            <c:showCatName val="0"/>
            <c:showSerName val="0"/>
            <c:showPercent val="0"/>
            <c:separator>; </c:separator>
            <c:showLeaderLines val="1"/>
          </c:dLbls>
          <c:cat>
            <c:strRef>
              <c:f>categories</c:f>
              <c:strCache>
                <c:ptCount val="4"/>
                <c:pt idx="0">
                  <c:v>1st Qtr</c:v>
                </c:pt>
                <c:pt idx="1">
                  <c:v>2nd Qtr</c:v>
                </c:pt>
                <c:pt idx="2">
                  <c:v>3rd Qtr</c:v>
                </c:pt>
                <c:pt idx="3">
                  <c:v>4th Qtr</c:v>
                </c:pt>
              </c:strCache>
            </c:strRef>
          </c:cat>
          <c:val>
            <c:numRef>
              <c:f>0</c:f>
              <c:numCache>
                <c:formatCode>General</c:formatCode>
                <c:ptCount val="4"/>
                <c:pt idx="0">
                  <c:v>8.2</c:v>
                </c:pt>
                <c:pt idx="1">
                  <c:v>3.2</c:v>
                </c:pt>
                <c:pt idx="2">
                  <c:v>1.4</c:v>
                </c:pt>
                <c:pt idx="3">
                  <c:v>1.2</c:v>
                </c:pt>
              </c:numCache>
            </c:numRef>
          </c:val>
        </c:ser>
        <c:firstSliceAng val="0"/>
      </c:pieChart>
      <c:spPr>
        <a:noFill/>
        <a:ln w="0">
          <a:noFill/>
        </a:ln>
      </c:spPr>
    </c:plotArea>
    <c:legend>
      <c:legendPos val="b"/>
      <c:overlay val="0"/>
      <c:spPr>
        <a:noFill/>
        <a:ln w="0">
          <a:noFill/>
        </a:ln>
      </c:spPr>
      <c:txPr>
        <a:bodyPr/>
        <a:lstStyle/>
        <a:p>
          <a:pPr>
            <a:defRPr b="0" sz="1197" spc="-1" strike="noStrike">
              <a:solidFill>
                <a:srgbClr val="595959"/>
              </a:solidFill>
              <a:latin typeface="Calibri"/>
            </a:defRPr>
          </a:pPr>
        </a:p>
      </c:txPr>
    </c:legend>
    <c:plotVisOnly val="1"/>
    <c:dispBlanksAs val="gap"/>
  </c:chart>
  <c:spPr>
    <a:noFill/>
    <a:ln w="0">
      <a:noFill/>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sentation Title page_Style 1">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hart and short paragraph">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09AB040B-26AE-4FDD-A394-67CCCE3CC7AA}"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ullet point and image (Lef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3291E1D4-AA3E-48DB-9B29-4BEBAF8BDDE1}"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ullet point with image (Right)">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D0F66C00-BC62-4788-A0E8-9FAF885A906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divider - Green">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 chart with title">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C417CB28-212F-44EA-B158-5E94BDAB7017}"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hort paragraph with video">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B9C4B67F-D393-45D9-8B73-1BC0508E3466}"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age Video or Image">
    <p:spTree>
      <p:nvGrpSpPr>
        <p:cNvPr id="1" name=""/>
        <p:cNvGrpSpPr/>
        <p:nvPr/>
      </p:nvGrpSpPr>
      <p:grpSpPr>
        <a:xfrm>
          <a:off x="0" y="0"/>
          <a:ext cx="0" cy="0"/>
          <a:chOff x="0" y="0"/>
          <a:chExt cx="0" cy="0"/>
        </a:xfrm>
      </p:grpSpPr>
      <p:sp>
        <p:nvSpPr>
          <p:cNvPr id="2" name="PlaceHolder 1"/>
          <p:cNvSpPr>
            <a:spLocks noGrp="1"/>
          </p:cNvSpPr>
          <p:nvPr>
            <p:ph type="sldNum" idx="6"/>
          </p:nvPr>
        </p:nvSpPr>
        <p:spPr/>
        <p:txBody>
          <a:bodyPr/>
          <a:p>
            <a:fld id="{46E70F12-68B7-4DE1-9614-4FE6B1FF6024}"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divider - Blue">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column short paragraphs">
    <p:spTree>
      <p:nvGrpSpPr>
        <p:cNvPr id="1" name=""/>
        <p:cNvGrpSpPr/>
        <p:nvPr/>
      </p:nvGrpSpPr>
      <p:grpSpPr>
        <a:xfrm>
          <a:off x="0" y="0"/>
          <a:ext cx="0" cy="0"/>
          <a:chOff x="0" y="0"/>
          <a:chExt cx="0" cy="0"/>
        </a:xfrm>
      </p:grpSpPr>
      <p:sp>
        <p:nvSpPr>
          <p:cNvPr id="2" name="PlaceHolder 1"/>
          <p:cNvSpPr>
            <a:spLocks noGrp="1"/>
          </p:cNvSpPr>
          <p:nvPr>
            <p:ph type="sldNum" idx="7"/>
          </p:nvPr>
        </p:nvSpPr>
        <p:spPr/>
        <p:txBody>
          <a:bodyPr/>
          <a:p>
            <a:fld id="{C4647868-72C1-44A0-84BA-DACB92C51C36}"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Circles Content with Keyline circle Yellow">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BB3F2FED-877E-4A42-B49F-92F82E1780B1}" type="slidenum">
              <a:t>&lt;#&gt;</a:t>
            </a:fld>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sentation Title page_Style 2">
    <p:spTree>
      <p:nvGrpSpPr>
        <p:cNvPr id="1" name=""/>
        <p:cNvGrpSpPr/>
        <p:nvPr/>
      </p:nvGrpSpPr>
      <p:grpSpPr>
        <a:xfrm>
          <a:off x="0" y="0"/>
          <a:ext cx="0" cy="0"/>
          <a:chOff x="0" y="0"/>
          <a:chExt cx="0" cy="0"/>
        </a:xfrm>
      </p:grpSpPr>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3 Circles Content with Keyline circle Pink">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3C9CB016-0F58-4FB1-82DE-646E3B5C58C6}"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3 Circles Content with Keyline Gree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A1B56E90-EAD2-4BEB-B76D-C5E67CB0A4E1}"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4_3 Circles Content with Keyline Blue">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A0AC8060-FD15-450E-ABD4-0549FE18BD3A}"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Circles to insert pictures">
    <p:spTree>
      <p:nvGrpSpPr>
        <p:cNvPr id="1" name=""/>
        <p:cNvGrpSpPr/>
        <p:nvPr/>
      </p:nvGrpSpPr>
      <p:grpSpPr>
        <a:xfrm>
          <a:off x="0" y="0"/>
          <a:ext cx="0" cy="0"/>
          <a:chOff x="0" y="0"/>
          <a:chExt cx="0" cy="0"/>
        </a:xfrm>
      </p:grpSpPr>
      <p:sp>
        <p:nvSpPr>
          <p:cNvPr id="2" name="PlaceHolder 1"/>
          <p:cNvSpPr>
            <a:spLocks noGrp="1"/>
          </p:cNvSpPr>
          <p:nvPr>
            <p:ph type="sldNum" idx="12"/>
          </p:nvPr>
        </p:nvSpPr>
        <p:spPr/>
        <p:txBody>
          <a:bodyPr/>
          <a:p>
            <a:fld id="{DB911BC0-8F05-437E-B3C1-DEFAAA77D960}"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d of presentation">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sentation Title page_Style 3">
    <p:spTree>
      <p:nvGrpSpPr>
        <p:cNvPr id="1" name=""/>
        <p:cNvGrpSpPr/>
        <p:nvPr/>
      </p:nvGrpSpPr>
      <p:grpSpPr>
        <a:xfrm>
          <a:off x="0" y="0"/>
          <a:ext cx="0" cy="0"/>
          <a:chOff x="0" y="0"/>
          <a:chExt cx="0" cy="0"/>
        </a:xfrm>
      </p:grpSpPr>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diver option - Yellow">
    <p:spTree>
      <p:nvGrpSpPr>
        <p:cNvPr id="1" name=""/>
        <p:cNvGrpSpPr/>
        <p:nvPr/>
      </p:nvGrpSpPr>
      <p:grpSpPr>
        <a:xfrm>
          <a:off x="0" y="0"/>
          <a:ext cx="0" cy="0"/>
          <a:chOff x="0" y="0"/>
          <a:chExt cx="0" cy="0"/>
        </a:xfrm>
      </p:grpSpPr>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list">
    <p:spTree>
      <p:nvGrpSpPr>
        <p:cNvPr id="1" name=""/>
        <p:cNvGrpSpPr/>
        <p:nvPr/>
      </p:nvGrpSpPr>
      <p:grpSpPr>
        <a:xfrm>
          <a:off x="0" y="0"/>
          <a:ext cx="0" cy="0"/>
          <a:chOff x="0" y="0"/>
          <a:chExt cx="0" cy="0"/>
        </a:xfrm>
      </p:grpSpPr>
      <p:sp>
        <p:nvSpPr>
          <p:cNvPr id="2" name="PlaceHolder 1"/>
          <p:cNvSpPr>
            <a:spLocks noGrp="1"/>
          </p:cNvSpPr>
          <p:nvPr>
            <p:ph type="sldNum" idx="13"/>
          </p:nvPr>
        </p:nvSpPr>
        <p:spPr/>
        <p:txBody>
          <a:bodyPr/>
          <a:p>
            <a:fld id="{9B57F6CC-FC77-44AD-8F43-D1DB8C0C727E}"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divider - Stone">
    <p:spTree>
      <p:nvGrpSpPr>
        <p:cNvPr id="1" name=""/>
        <p:cNvGrpSpPr/>
        <p:nvPr/>
      </p:nvGrpSpPr>
      <p:grpSpPr>
        <a:xfrm>
          <a:off x="0" y="0"/>
          <a:ext cx="0" cy="0"/>
          <a:chOff x="0" y="0"/>
          <a:chExt cx="0" cy="0"/>
        </a:xfrm>
      </p:grpSpPr>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hort paragraph with Image (Left) 1Insert Picture">
    <p:spTree>
      <p:nvGrpSpPr>
        <p:cNvPr id="1" name=""/>
        <p:cNvGrpSpPr/>
        <p:nvPr/>
      </p:nvGrpSpPr>
      <p:grpSpPr>
        <a:xfrm>
          <a:off x="0" y="0"/>
          <a:ext cx="0" cy="0"/>
          <a:chOff x="0" y="0"/>
          <a:chExt cx="0" cy="0"/>
        </a:xfrm>
      </p:grpSpPr>
      <p:sp>
        <p:nvSpPr>
          <p:cNvPr id="2" name="PlaceHolder 1"/>
          <p:cNvSpPr>
            <a:spLocks noGrp="1"/>
          </p:cNvSpPr>
          <p:nvPr>
            <p:ph type="sldNum" idx="14"/>
          </p:nvPr>
        </p:nvSpPr>
        <p:spPr/>
        <p:txBody>
          <a:bodyPr/>
          <a:p>
            <a:fld id="{E31E4132-D540-4B80-806E-08D658F86BA6}"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hort paragraph with image (Right) Insert Picture">
    <p:spTree>
      <p:nvGrpSpPr>
        <p:cNvPr id="1" name=""/>
        <p:cNvGrpSpPr/>
        <p:nvPr/>
      </p:nvGrpSpPr>
      <p:grpSpPr>
        <a:xfrm>
          <a:off x="0" y="0"/>
          <a:ext cx="0" cy="0"/>
          <a:chOff x="0" y="0"/>
          <a:chExt cx="0" cy="0"/>
        </a:xfrm>
      </p:grpSpPr>
      <p:sp>
        <p:nvSpPr>
          <p:cNvPr id="2" name="PlaceHolder 1"/>
          <p:cNvSpPr>
            <a:spLocks noGrp="1"/>
          </p:cNvSpPr>
          <p:nvPr>
            <p:ph type="sldNum" idx="15"/>
          </p:nvPr>
        </p:nvSpPr>
        <p:spPr/>
        <p:txBody>
          <a:bodyPr/>
          <a:p>
            <a:fld id="{E3202573-57BA-4872-B690-8382A299D63E}"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divider - Pink">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2.pn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2.pn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5.pn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5.png"/><Relationship Id="rId3"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image" Target="../media/image5.png"/><Relationship Id="rId3"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image" Target="../media/image5.png"/><Relationship Id="rId3"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5.pn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image" Target="../media/image8.wmf"/><Relationship Id="rId3" Type="http://schemas.openxmlformats.org/officeDocument/2006/relationships/image" Target="../media/image6.png"/><Relationship Id="rId4"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image" Target="../media/image2.png"/><Relationship Id="rId3"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image" Target="../media/image5.png"/><Relationship Id="rId3"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image" Target="../media/image4.png"/><Relationship Id="rId3"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image" Target="../media/image2.png"/><Relationship Id="rId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a6192e"/>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3353040" y="1470240"/>
            <a:ext cx="4665600" cy="1101240"/>
          </a:xfrm>
          <a:prstGeom prst="rect">
            <a:avLst/>
          </a:prstGeom>
          <a:noFill/>
          <a:ln w="0">
            <a:noFill/>
          </a:ln>
        </p:spPr>
        <p:txBody>
          <a:bodyPr lIns="91440" rIns="91440" tIns="45720" bIns="45720" anchor="b">
            <a:noAutofit/>
          </a:bodyPr>
          <a:p>
            <a:pPr indent="0" defTabSz="914400">
              <a:lnSpc>
                <a:spcPct val="90000"/>
              </a:lnSpc>
              <a:buNone/>
            </a:pPr>
            <a:r>
              <a:rPr b="0" lang="en-GB" sz="3600" spc="-1" strike="noStrike">
                <a:solidFill>
                  <a:schemeClr val="lt1"/>
                </a:solidFill>
                <a:latin typeface="Sora SemiBold"/>
              </a:rPr>
              <a:t>Click to edit title for presentation</a:t>
            </a:r>
            <a:endParaRPr b="0" lang="en-US" sz="3600" spc="-1" strike="noStrike">
              <a:solidFill>
                <a:schemeClr val="dk1"/>
              </a:solidFill>
              <a:latin typeface="Calibri"/>
            </a:endParaRPr>
          </a:p>
        </p:txBody>
      </p:sp>
      <p:sp>
        <p:nvSpPr>
          <p:cNvPr id="1" name="PlaceHolder 2"/>
          <p:cNvSpPr>
            <a:spLocks noGrp="1"/>
          </p:cNvSpPr>
          <p:nvPr>
            <p:ph type="body"/>
          </p:nvPr>
        </p:nvSpPr>
        <p:spPr>
          <a:xfrm>
            <a:off x="3353040" y="2927880"/>
            <a:ext cx="4665600" cy="119556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GB" sz="2400" spc="-1" strike="noStrike">
                <a:solidFill>
                  <a:schemeClr val="lt1"/>
                </a:solidFill>
                <a:latin typeface="Open Sans SemiBold"/>
                <a:ea typeface="Open Sans SemiBold"/>
              </a:rPr>
              <a:t>Edit subtitle for presentation</a:t>
            </a:r>
            <a:endParaRPr b="1" lang="en-US" sz="2400" spc="-1" strike="noStrike">
              <a:solidFill>
                <a:schemeClr val="dk1"/>
              </a:solidFill>
              <a:latin typeface="Open Sans SemiBold"/>
            </a:endParaRPr>
          </a:p>
        </p:txBody>
      </p:sp>
      <p:sp>
        <p:nvSpPr>
          <p:cNvPr id="2" name="Title 1"/>
          <p:cNvSpPr/>
          <p:nvPr/>
        </p:nvSpPr>
        <p:spPr>
          <a:xfrm>
            <a:off x="908280" y="1778760"/>
            <a:ext cx="1696680" cy="1490400"/>
          </a:xfrm>
          <a:prstGeom prst="rect">
            <a:avLst/>
          </a:prstGeom>
          <a:noFill/>
          <a:ln w="0">
            <a:noFill/>
          </a:ln>
        </p:spPr>
        <p:style>
          <a:lnRef idx="0"/>
          <a:fillRef idx="0"/>
          <a:effectRef idx="0"/>
          <a:fontRef idx="minor"/>
        </p:style>
        <p:txBody>
          <a:bodyPr anchor="b">
            <a:noAutofit/>
          </a:bodyPr>
          <a:p>
            <a:pPr defTabSz="914400">
              <a:lnSpc>
                <a:spcPct val="90000"/>
              </a:lnSpc>
            </a:pPr>
            <a:endParaRPr b="0" lang="en-GB" sz="9600" spc="-1" strike="noStrike">
              <a:solidFill>
                <a:srgbClr val="ffffff"/>
              </a:solidFill>
              <a:latin typeface="Sora SemiBold"/>
            </a:endParaRPr>
          </a:p>
        </p:txBody>
      </p:sp>
      <p:sp>
        <p:nvSpPr>
          <p:cNvPr id="3" name="PlaceHolder 3"/>
          <p:cNvSpPr>
            <a:spLocks noGrp="1"/>
          </p:cNvSpPr>
          <p:nvPr>
            <p:ph type="body"/>
          </p:nvPr>
        </p:nvSpPr>
        <p:spPr>
          <a:xfrm>
            <a:off x="474840" y="1311840"/>
            <a:ext cx="2519640" cy="251964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4" name="PlaceHolder 4"/>
          <p:cNvSpPr>
            <a:spLocks noGrp="1"/>
          </p:cNvSpPr>
          <p:nvPr>
            <p:ph type="body"/>
          </p:nvPr>
        </p:nvSpPr>
        <p:spPr>
          <a:xfrm>
            <a:off x="474840" y="-1324440"/>
            <a:ext cx="2519640" cy="251964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5" name="PlaceHolder 5"/>
          <p:cNvSpPr>
            <a:spLocks noGrp="1"/>
          </p:cNvSpPr>
          <p:nvPr>
            <p:ph type="body"/>
          </p:nvPr>
        </p:nvSpPr>
        <p:spPr>
          <a:xfrm>
            <a:off x="474840" y="3948120"/>
            <a:ext cx="2519640" cy="251964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6" name="Picture 3" descr="A close-up of a logo&#10;&#10;AI-generated content may be incorrect."/>
          <p:cNvPicPr/>
          <p:nvPr/>
        </p:nvPicPr>
        <p:blipFill>
          <a:blip r:embed="rId2"/>
          <a:stretch/>
        </p:blipFill>
        <p:spPr>
          <a:xfrm>
            <a:off x="7336800" y="4206600"/>
            <a:ext cx="1405440" cy="40824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sldNum" idx="1"/>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2055F701-3856-4F7D-9054-D575BAA85BA1}"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8" name="PlaceHolder 2"/>
          <p:cNvSpPr>
            <a:spLocks noGrp="1"/>
          </p:cNvSpPr>
          <p:nvPr>
            <p:ph type="title"/>
          </p:nvPr>
        </p:nvSpPr>
        <p:spPr>
          <a:xfrm>
            <a:off x="467640" y="540360"/>
            <a:ext cx="410400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a:t>
            </a:r>
            <a:br>
              <a:rPr sz="2700"/>
            </a:br>
            <a:r>
              <a:rPr b="0" lang="en-GB" sz="2700" spc="-1" strike="noStrike">
                <a:solidFill>
                  <a:srgbClr val="a6192e"/>
                </a:solidFill>
                <a:latin typeface="Sora SemiBold"/>
              </a:rPr>
              <a:t>in sentence case</a:t>
            </a:r>
            <a:endParaRPr b="0" lang="en-US" sz="2700" spc="-1" strike="noStrike">
              <a:solidFill>
                <a:schemeClr val="dk1"/>
              </a:solidFill>
              <a:latin typeface="Calibri"/>
            </a:endParaRPr>
          </a:p>
        </p:txBody>
      </p:sp>
      <p:sp>
        <p:nvSpPr>
          <p:cNvPr id="9" name="PlaceHolder 3"/>
          <p:cNvSpPr>
            <a:spLocks noGrp="1"/>
          </p:cNvSpPr>
          <p:nvPr>
            <p:ph type="body"/>
          </p:nvPr>
        </p:nvSpPr>
        <p:spPr>
          <a:xfrm>
            <a:off x="4927680" y="539640"/>
            <a:ext cx="3760560" cy="353340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chart</a:t>
            </a:r>
            <a:endParaRPr b="1" lang="en-US" sz="1350" spc="-1" strike="noStrike">
              <a:solidFill>
                <a:schemeClr val="dk1"/>
              </a:solidFill>
              <a:latin typeface="Open Sans SemiBold"/>
            </a:endParaRPr>
          </a:p>
        </p:txBody>
      </p:sp>
      <p:sp>
        <p:nvSpPr>
          <p:cNvPr id="10" name="PlaceHolder 4"/>
          <p:cNvSpPr>
            <a:spLocks noGrp="1"/>
          </p:cNvSpPr>
          <p:nvPr>
            <p:ph type="body"/>
          </p:nvPr>
        </p:nvSpPr>
        <p:spPr>
          <a:xfrm>
            <a:off x="46836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11" name="PlaceHolder 5"/>
          <p:cNvSpPr>
            <a:spLocks noGrp="1"/>
          </p:cNvSpPr>
          <p:nvPr>
            <p:ph type="body"/>
          </p:nvPr>
        </p:nvSpPr>
        <p:spPr>
          <a:xfrm>
            <a:off x="46836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 goes here</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52700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a:t>
            </a:r>
            <a:br>
              <a:rPr sz="2700"/>
            </a:br>
            <a:r>
              <a:rPr b="0" lang="en-GB" sz="2700" spc="-1" strike="noStrike">
                <a:solidFill>
                  <a:srgbClr val="a6192e"/>
                </a:solidFill>
                <a:latin typeface="Sora SemiBold"/>
              </a:rPr>
              <a:t>in sentence case</a:t>
            </a:r>
            <a:endParaRPr b="0" lang="en-US" sz="2700" spc="-1" strike="noStrike">
              <a:solidFill>
                <a:schemeClr val="dk1"/>
              </a:solidFill>
              <a:latin typeface="Calibri"/>
            </a:endParaRPr>
          </a:p>
        </p:txBody>
      </p:sp>
      <p:sp>
        <p:nvSpPr>
          <p:cNvPr id="13" name="PlaceHolder 2"/>
          <p:cNvSpPr>
            <a:spLocks noGrp="1"/>
          </p:cNvSpPr>
          <p:nvPr>
            <p:ph type="body"/>
          </p:nvPr>
        </p:nvSpPr>
        <p:spPr>
          <a:xfrm>
            <a:off x="5265720" y="1925640"/>
            <a:ext cx="3188520" cy="1292040"/>
          </a:xfrm>
          <a:prstGeom prst="rect">
            <a:avLst/>
          </a:prstGeom>
          <a:noFill/>
          <a:ln w="0">
            <a:noFill/>
          </a:ln>
        </p:spPr>
        <p:txBody>
          <a:bodyPr lIns="91440" rIns="91440" tIns="45720" bIns="45720" anchor="t">
            <a:normAutofit/>
          </a:bodyPr>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p:txBody>
      </p:sp>
      <p:sp>
        <p:nvSpPr>
          <p:cNvPr id="14" name="PlaceHolder 3"/>
          <p:cNvSpPr>
            <a:spLocks noGrp="1"/>
          </p:cNvSpPr>
          <p:nvPr>
            <p:ph type="sldNum" idx="2"/>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91946C10-697B-4923-B4A1-7474DF0DD306}"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15" name="PlaceHolder 4"/>
          <p:cNvSpPr>
            <a:spLocks noGrp="1"/>
          </p:cNvSpPr>
          <p:nvPr>
            <p:ph type="body"/>
          </p:nvPr>
        </p:nvSpPr>
        <p:spPr>
          <a:xfrm>
            <a:off x="0" y="0"/>
            <a:ext cx="4571640" cy="514332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16" name="Picture 4" descr="A row of red circles&#10;&#10;AI-generated content may be incorrect."/>
          <p:cNvPicPr/>
          <p:nvPr/>
        </p:nvPicPr>
        <p:blipFill>
          <a:blip r:embed="rId2"/>
          <a:stretch/>
        </p:blipFill>
        <p:spPr>
          <a:xfrm>
            <a:off x="5265720" y="4565160"/>
            <a:ext cx="677520" cy="3808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sldNum" idx="3"/>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015DE1B8-40F0-4E85-8CA5-F6EE3D9CCE33}"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pic>
        <p:nvPicPr>
          <p:cNvPr id="18" name="Picture 8" descr="A black background with white text&#10;&#10;AI-generated content may be incorrect."/>
          <p:cNvPicPr/>
          <p:nvPr/>
        </p:nvPicPr>
        <p:blipFill>
          <a:blip r:embed="rId2"/>
          <a:stretch/>
        </p:blipFill>
        <p:spPr>
          <a:xfrm>
            <a:off x="7888680" y="4033080"/>
            <a:ext cx="1134000" cy="1134000"/>
          </a:xfrm>
          <a:prstGeom prst="rect">
            <a:avLst/>
          </a:prstGeom>
          <a:ln w="0">
            <a:noFill/>
          </a:ln>
        </p:spPr>
      </p:pic>
      <p:sp>
        <p:nvSpPr>
          <p:cNvPr id="19" name="PlaceHolder 2"/>
          <p:cNvSpPr>
            <a:spLocks noGrp="1"/>
          </p:cNvSpPr>
          <p:nvPr>
            <p:ph type="title"/>
          </p:nvPr>
        </p:nvSpPr>
        <p:spPr>
          <a:xfrm>
            <a:off x="4676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a:t>
            </a:r>
            <a:br>
              <a:rPr sz="2700"/>
            </a:br>
            <a:r>
              <a:rPr b="0" lang="en-GB" sz="2700" spc="-1" strike="noStrike">
                <a:solidFill>
                  <a:srgbClr val="a6192e"/>
                </a:solidFill>
                <a:latin typeface="Sora SemiBold"/>
              </a:rPr>
              <a:t>in sentence case</a:t>
            </a:r>
            <a:endParaRPr b="0" lang="en-US" sz="2700" spc="-1" strike="noStrike">
              <a:solidFill>
                <a:schemeClr val="dk1"/>
              </a:solidFill>
              <a:latin typeface="Calibri"/>
            </a:endParaRPr>
          </a:p>
        </p:txBody>
      </p:sp>
      <p:sp>
        <p:nvSpPr>
          <p:cNvPr id="20" name="PlaceHolder 3"/>
          <p:cNvSpPr>
            <a:spLocks noGrp="1"/>
          </p:cNvSpPr>
          <p:nvPr>
            <p:ph type="body"/>
          </p:nvPr>
        </p:nvSpPr>
        <p:spPr>
          <a:xfrm>
            <a:off x="463680" y="1925640"/>
            <a:ext cx="3188520" cy="1292040"/>
          </a:xfrm>
          <a:prstGeom prst="rect">
            <a:avLst/>
          </a:prstGeom>
          <a:noFill/>
          <a:ln w="0">
            <a:noFill/>
          </a:ln>
        </p:spPr>
        <p:txBody>
          <a:bodyPr lIns="91440" rIns="91440" tIns="45720" bIns="45720" anchor="t">
            <a:normAutofit/>
          </a:bodyPr>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GB" sz="1600" spc="-1" strike="noStrike">
                <a:solidFill>
                  <a:schemeClr val="dk1"/>
                </a:solidFill>
                <a:latin typeface="Open Sans SemiBold"/>
              </a:rPr>
              <a:t> </a:t>
            </a:r>
            <a:r>
              <a:rPr b="1" lang="en-GB" sz="1600" spc="-1" strike="noStrike">
                <a:solidFill>
                  <a:schemeClr val="dk1"/>
                </a:solidFill>
                <a:latin typeface="Open Sans SemiBold"/>
              </a:rPr>
              <a:t>Bullet point</a:t>
            </a:r>
            <a:endParaRPr b="1" lang="en-US" sz="1600" spc="-1" strike="noStrike">
              <a:solidFill>
                <a:schemeClr val="dk1"/>
              </a:solidFill>
              <a:latin typeface="Open Sans SemiBold"/>
            </a:endParaRPr>
          </a:p>
        </p:txBody>
      </p:sp>
      <p:sp>
        <p:nvSpPr>
          <p:cNvPr id="21" name="PlaceHolder 4"/>
          <p:cNvSpPr>
            <a:spLocks noGrp="1"/>
          </p:cNvSpPr>
          <p:nvPr>
            <p:ph type="body"/>
          </p:nvPr>
        </p:nvSpPr>
        <p:spPr>
          <a:xfrm>
            <a:off x="4572000" y="0"/>
            <a:ext cx="4571640" cy="514332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22" name="Picture 2" descr="A row of yellow circles&#10;&#10;AI-generated content may be incorrect."/>
          <p:cNvPicPr/>
          <p:nvPr/>
        </p:nvPicPr>
        <p:blipFill>
          <a:blip r:embed="rId3"/>
          <a:stretch/>
        </p:blipFill>
        <p:spPr>
          <a:xfrm>
            <a:off x="463680" y="165960"/>
            <a:ext cx="668880" cy="37620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5" r:id="rId4"/>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bbe977"/>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divider</a:t>
            </a:r>
            <a:br>
              <a:rPr sz="2700"/>
            </a:br>
            <a:r>
              <a:rPr b="0" lang="en-GB" sz="2700" spc="-1" strike="noStrike">
                <a:solidFill>
                  <a:srgbClr val="a6192e"/>
                </a:solidFill>
                <a:latin typeface="Sora SemiBold"/>
              </a:rPr>
              <a:t>title goes here</a:t>
            </a:r>
            <a:endParaRPr b="0" lang="en-US" sz="2700" spc="-1" strike="noStrike">
              <a:solidFill>
                <a:schemeClr val="dk1"/>
              </a:solidFill>
              <a:latin typeface="Calibri"/>
            </a:endParaRPr>
          </a:p>
        </p:txBody>
      </p:sp>
      <p:pic>
        <p:nvPicPr>
          <p:cNvPr id="24" name="Picture 1" descr="A row of red circles&#10;&#10;AI-generated content may be incorrect."/>
          <p:cNvPicPr/>
          <p:nvPr/>
        </p:nvPicPr>
        <p:blipFill>
          <a:blip r:embed="rId2"/>
          <a:stretch/>
        </p:blipFill>
        <p:spPr>
          <a:xfrm rot="16200000">
            <a:off x="-2176560" y="386280"/>
            <a:ext cx="7772040" cy="4371480"/>
          </a:xfrm>
          <a:prstGeom prst="rect">
            <a:avLst/>
          </a:prstGeom>
          <a:ln w="0">
            <a:noFill/>
          </a:ln>
        </p:spPr>
      </p:pic>
      <p:sp>
        <p:nvSpPr>
          <p:cNvPr id="25" name="PlaceHolder 2"/>
          <p:cNvSpPr>
            <a:spLocks noGrp="1"/>
          </p:cNvSpPr>
          <p:nvPr>
            <p:ph type="body"/>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GB" sz="9600" spc="-1" strike="noStrike">
                <a:solidFill>
                  <a:srgbClr val="ffffff"/>
                </a:solidFill>
                <a:latin typeface="Sora"/>
              </a:rPr>
              <a:t>00</a:t>
            </a:r>
            <a:endParaRPr b="1" lang="en-US" sz="96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67640" y="29160"/>
            <a:ext cx="62078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in sentence case</a:t>
            </a:r>
            <a:endParaRPr b="0" lang="en-US" sz="2700" spc="-1" strike="noStrike">
              <a:solidFill>
                <a:schemeClr val="dk1"/>
              </a:solidFill>
              <a:latin typeface="Calibri"/>
            </a:endParaRPr>
          </a:p>
        </p:txBody>
      </p:sp>
      <p:sp>
        <p:nvSpPr>
          <p:cNvPr id="27" name="PlaceHolder 2"/>
          <p:cNvSpPr>
            <a:spLocks noGrp="1"/>
          </p:cNvSpPr>
          <p:nvPr>
            <p:ph type="sldNum" idx="4"/>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D89DE4C8-D007-44C5-956F-382997D43854}"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28" name="PlaceHolder 3"/>
          <p:cNvSpPr>
            <a:spLocks noGrp="1"/>
          </p:cNvSpPr>
          <p:nvPr>
            <p:ph type="body"/>
          </p:nvPr>
        </p:nvSpPr>
        <p:spPr>
          <a:xfrm>
            <a:off x="467640" y="1577520"/>
            <a:ext cx="8219520" cy="235404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chart</a:t>
            </a:r>
            <a:endParaRPr b="1" lang="en-US" sz="135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547200"/>
            <a:ext cx="62078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in sentence case</a:t>
            </a:r>
            <a:endParaRPr b="0" lang="en-US" sz="2700" spc="-1" strike="noStrike">
              <a:solidFill>
                <a:schemeClr val="dk1"/>
              </a:solidFill>
              <a:latin typeface="Calibri"/>
            </a:endParaRPr>
          </a:p>
        </p:txBody>
      </p:sp>
      <p:sp>
        <p:nvSpPr>
          <p:cNvPr id="30" name="PlaceHolder 2"/>
          <p:cNvSpPr>
            <a:spLocks noGrp="1"/>
          </p:cNvSpPr>
          <p:nvPr>
            <p:ph type="body"/>
          </p:nvPr>
        </p:nvSpPr>
        <p:spPr>
          <a:xfrm>
            <a:off x="3404880" y="2202840"/>
            <a:ext cx="5281560" cy="20570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800" spc="-1" strike="noStrike">
                <a:solidFill>
                  <a:schemeClr val="dk1"/>
                </a:solidFill>
                <a:latin typeface="Open Sans"/>
                <a:ea typeface="Open Sans"/>
              </a:rPr>
              <a:t>Insert additional content</a:t>
            </a:r>
            <a:endParaRPr b="1" lang="en-US" sz="800" spc="-1" strike="noStrike">
              <a:solidFill>
                <a:schemeClr val="dk1"/>
              </a:solidFill>
              <a:latin typeface="Open Sans SemiBold"/>
            </a:endParaRPr>
          </a:p>
        </p:txBody>
      </p:sp>
      <p:sp>
        <p:nvSpPr>
          <p:cNvPr id="31" name="PlaceHolder 3"/>
          <p:cNvSpPr>
            <a:spLocks noGrp="1"/>
          </p:cNvSpPr>
          <p:nvPr>
            <p:ph type="sldNum" idx="5"/>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C24D9478-B311-48C4-8F0E-098E0547850E}"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32" name="PlaceHolder 4"/>
          <p:cNvSpPr>
            <a:spLocks noGrp="1"/>
          </p:cNvSpPr>
          <p:nvPr>
            <p:ph type="body"/>
          </p:nvPr>
        </p:nvSpPr>
        <p:spPr>
          <a:xfrm>
            <a:off x="467640" y="2598120"/>
            <a:ext cx="2649600" cy="177336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400" spc="-1" strike="noStrike">
                <a:solidFill>
                  <a:schemeClr val="dk1"/>
                </a:solidFill>
                <a:latin typeface="Open Sans"/>
                <a:ea typeface="Open Sans"/>
              </a:rPr>
              <a:t>Lorem ipsum dolor sit amet consectetur adipiscing elit. Quisque faucibus ex sapien vitae pellentesque sem placerat. In id cursus mi pretium tellus duis convallis. Tempus leo eu aenean sed diam urna tempor.</a:t>
            </a:r>
            <a:endParaRPr b="1" lang="en-US" sz="1400" spc="-1" strike="noStrike">
              <a:solidFill>
                <a:schemeClr val="dk1"/>
              </a:solidFill>
              <a:latin typeface="Open Sans SemiBold"/>
            </a:endParaRPr>
          </a:p>
        </p:txBody>
      </p:sp>
      <p:sp>
        <p:nvSpPr>
          <p:cNvPr id="33" name="PlaceHolder 5"/>
          <p:cNvSpPr>
            <a:spLocks noGrp="1"/>
          </p:cNvSpPr>
          <p:nvPr>
            <p:ph type="body"/>
          </p:nvPr>
        </p:nvSpPr>
        <p:spPr>
          <a:xfrm>
            <a:off x="468360" y="1883880"/>
            <a:ext cx="264888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sldNum" idx="6"/>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4C7D2E61-7C88-4592-ADAB-AB817D56FDB1}"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35" name="PlaceHolder 2"/>
          <p:cNvSpPr>
            <a:spLocks noGrp="1"/>
          </p:cNvSpPr>
          <p:nvPr>
            <p:ph type="body"/>
          </p:nvPr>
        </p:nvSpPr>
        <p:spPr>
          <a:xfrm>
            <a:off x="0" y="0"/>
            <a:ext cx="9143640" cy="5143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800" spc="-1" strike="noStrike">
                <a:solidFill>
                  <a:schemeClr val="dk1"/>
                </a:solidFill>
                <a:latin typeface="Open Sans"/>
                <a:ea typeface="Open Sans"/>
              </a:rPr>
              <a:t>Insert video or full page image</a:t>
            </a:r>
            <a:endParaRPr b="1" lang="en-US" sz="8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70deff"/>
        </a:solidFill>
      </p:bgPr>
    </p:bg>
    <p:spTree>
      <p:nvGrpSpPr>
        <p:cNvPr id="1" name=""/>
        <p:cNvGrpSpPr/>
        <p:nvPr/>
      </p:nvGrpSpPr>
      <p:grpSpPr>
        <a:xfrm>
          <a:off x="0" y="0"/>
          <a:ext cx="0" cy="0"/>
          <a:chOff x="0" y="0"/>
          <a:chExt cx="0" cy="0"/>
        </a:xfrm>
      </p:grpSpPr>
      <p:pic>
        <p:nvPicPr>
          <p:cNvPr id="36" name="Picture 2" descr="A row of red circles&#10;&#10;AI-generated content may be incorrect."/>
          <p:cNvPicPr/>
          <p:nvPr/>
        </p:nvPicPr>
        <p:blipFill>
          <a:blip r:embed="rId2"/>
          <a:stretch/>
        </p:blipFill>
        <p:spPr>
          <a:xfrm rot="16200000">
            <a:off x="-2167200" y="386280"/>
            <a:ext cx="7772040" cy="4371480"/>
          </a:xfrm>
          <a:prstGeom prst="rect">
            <a:avLst/>
          </a:prstGeom>
          <a:ln w="0">
            <a:noFill/>
          </a:ln>
        </p:spPr>
      </p:pic>
      <p:sp>
        <p:nvSpPr>
          <p:cNvPr id="37"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divider</a:t>
            </a:r>
            <a:br>
              <a:rPr sz="2700"/>
            </a:br>
            <a:r>
              <a:rPr b="0" lang="en-GB" sz="2700" spc="-1" strike="noStrike">
                <a:solidFill>
                  <a:srgbClr val="a6192e"/>
                </a:solidFill>
                <a:latin typeface="Sora SemiBold"/>
              </a:rPr>
              <a:t>title goes here</a:t>
            </a:r>
            <a:endParaRPr b="0" lang="en-US" sz="2700" spc="-1" strike="noStrike">
              <a:solidFill>
                <a:schemeClr val="dk1"/>
              </a:solidFill>
              <a:latin typeface="Calibri"/>
            </a:endParaRPr>
          </a:p>
        </p:txBody>
      </p:sp>
      <p:sp>
        <p:nvSpPr>
          <p:cNvPr id="38" name="PlaceHolder 2"/>
          <p:cNvSpPr>
            <a:spLocks noGrp="1"/>
          </p:cNvSpPr>
          <p:nvPr>
            <p:ph type="body"/>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GB" sz="9600" spc="-1" strike="noStrike">
                <a:solidFill>
                  <a:srgbClr val="a6192e"/>
                </a:solidFill>
                <a:latin typeface="Sora"/>
              </a:rPr>
              <a:t>00</a:t>
            </a:r>
            <a:endParaRPr b="1" lang="en-US" sz="96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457200" y="547200"/>
            <a:ext cx="62078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in sentence case</a:t>
            </a:r>
            <a:endParaRPr b="0" lang="en-US" sz="2700" spc="-1" strike="noStrike">
              <a:solidFill>
                <a:schemeClr val="dk1"/>
              </a:solidFill>
              <a:latin typeface="Calibri"/>
            </a:endParaRPr>
          </a:p>
        </p:txBody>
      </p:sp>
      <p:sp>
        <p:nvSpPr>
          <p:cNvPr id="40" name="PlaceHolder 2"/>
          <p:cNvSpPr>
            <a:spLocks noGrp="1"/>
          </p:cNvSpPr>
          <p:nvPr>
            <p:ph type="sldNum" idx="7"/>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3B8D1900-485C-47B7-A0DD-CECA19EACFEC}"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41" name="PlaceHolder 3"/>
          <p:cNvSpPr>
            <a:spLocks noGrp="1"/>
          </p:cNvSpPr>
          <p:nvPr>
            <p:ph type="body"/>
          </p:nvPr>
        </p:nvSpPr>
        <p:spPr>
          <a:xfrm>
            <a:off x="467640" y="2598120"/>
            <a:ext cx="2072520" cy="21686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 sem placerat. In id cursus mi pretium tellus duis convallis. Tempus leo eu aenean sed diam urna tempor.</a:t>
            </a:r>
            <a:endParaRPr b="1" lang="en-US" sz="1200" spc="-1" strike="noStrike">
              <a:solidFill>
                <a:schemeClr val="dk1"/>
              </a:solidFill>
              <a:latin typeface="Open Sans SemiBold"/>
            </a:endParaRPr>
          </a:p>
        </p:txBody>
      </p:sp>
      <p:sp>
        <p:nvSpPr>
          <p:cNvPr id="42" name="PlaceHolder 4"/>
          <p:cNvSpPr>
            <a:spLocks noGrp="1"/>
          </p:cNvSpPr>
          <p:nvPr>
            <p:ph type="body"/>
          </p:nvPr>
        </p:nvSpPr>
        <p:spPr>
          <a:xfrm>
            <a:off x="3222720" y="2598120"/>
            <a:ext cx="2072520" cy="21686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 sem placerat. In id cursus mi pretium tellus duis convallis. Tempus leo eu aenean sed diam urna tempor.</a:t>
            </a:r>
            <a:endParaRPr b="1" lang="en-US" sz="1200" spc="-1" strike="noStrike">
              <a:solidFill>
                <a:schemeClr val="dk1"/>
              </a:solidFill>
              <a:latin typeface="Open Sans SemiBold"/>
            </a:endParaRPr>
          </a:p>
        </p:txBody>
      </p:sp>
      <p:sp>
        <p:nvSpPr>
          <p:cNvPr id="43" name="PlaceHolder 5"/>
          <p:cNvSpPr>
            <a:spLocks noGrp="1"/>
          </p:cNvSpPr>
          <p:nvPr>
            <p:ph type="body"/>
          </p:nvPr>
        </p:nvSpPr>
        <p:spPr>
          <a:xfrm>
            <a:off x="5986080" y="2598120"/>
            <a:ext cx="2072520" cy="21686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 sem placerat. In id cursus mi pretium tellus duis convallis. Tempus leo eu aenean sed diam urna tempor.</a:t>
            </a:r>
            <a:endParaRPr b="1" lang="en-US" sz="1200" spc="-1" strike="noStrike">
              <a:solidFill>
                <a:schemeClr val="dk1"/>
              </a:solidFill>
              <a:latin typeface="Open Sans SemiBold"/>
            </a:endParaRPr>
          </a:p>
        </p:txBody>
      </p:sp>
      <p:sp>
        <p:nvSpPr>
          <p:cNvPr id="44" name="PlaceHolder 6"/>
          <p:cNvSpPr>
            <a:spLocks noGrp="1"/>
          </p:cNvSpPr>
          <p:nvPr>
            <p:ph type="body"/>
          </p:nvPr>
        </p:nvSpPr>
        <p:spPr>
          <a:xfrm>
            <a:off x="46836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45" name="PlaceHolder 7"/>
          <p:cNvSpPr>
            <a:spLocks noGrp="1"/>
          </p:cNvSpPr>
          <p:nvPr>
            <p:ph type="body"/>
          </p:nvPr>
        </p:nvSpPr>
        <p:spPr>
          <a:xfrm>
            <a:off x="322308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46" name="PlaceHolder 8"/>
          <p:cNvSpPr>
            <a:spLocks noGrp="1"/>
          </p:cNvSpPr>
          <p:nvPr>
            <p:ph type="body"/>
          </p:nvPr>
        </p:nvSpPr>
        <p:spPr>
          <a:xfrm>
            <a:off x="597816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d942"/>
        </a:solidFill>
      </p:bgPr>
    </p:bg>
    <p:spTree>
      <p:nvGrpSpPr>
        <p:cNvPr id="1" name=""/>
        <p:cNvGrpSpPr/>
        <p:nvPr/>
      </p:nvGrpSpPr>
      <p:grpSpPr>
        <a:xfrm>
          <a:off x="0" y="0"/>
          <a:ext cx="0" cy="0"/>
          <a:chOff x="0" y="0"/>
          <a:chExt cx="0" cy="0"/>
        </a:xfrm>
      </p:grpSpPr>
      <p:pic>
        <p:nvPicPr>
          <p:cNvPr id="47" name="Picture 2" descr="A row of red circles&#10;&#10;AI-generated content may be incorrect."/>
          <p:cNvPicPr/>
          <p:nvPr/>
        </p:nvPicPr>
        <p:blipFill>
          <a:blip r:embed="rId2"/>
          <a:stretch/>
        </p:blipFill>
        <p:spPr>
          <a:xfrm rot="10800000">
            <a:off x="221760" y="84960"/>
            <a:ext cx="8809560" cy="4955400"/>
          </a:xfrm>
          <a:prstGeom prst="rect">
            <a:avLst/>
          </a:prstGeom>
          <a:ln w="0">
            <a:noFill/>
          </a:ln>
        </p:spPr>
      </p:pic>
      <p:sp>
        <p:nvSpPr>
          <p:cNvPr id="48" name="PlaceHolder 1"/>
          <p:cNvSpPr>
            <a:spLocks noGrp="1"/>
          </p:cNvSpPr>
          <p:nvPr>
            <p:ph type="sldNum" idx="8"/>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5C3EFD5A-0131-45F6-AA69-82E358C111E6}"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49" name="PlaceHolder 2"/>
          <p:cNvSpPr>
            <a:spLocks noGrp="1"/>
          </p:cNvSpPr>
          <p:nvPr>
            <p:ph type="body"/>
          </p:nvPr>
        </p:nvSpPr>
        <p:spPr>
          <a:xfrm>
            <a:off x="59832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50" name="PlaceHolder 3"/>
          <p:cNvSpPr>
            <a:spLocks noGrp="1"/>
          </p:cNvSpPr>
          <p:nvPr>
            <p:ph type="body"/>
          </p:nvPr>
        </p:nvSpPr>
        <p:spPr>
          <a:xfrm>
            <a:off x="59904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51" name="PlaceHolder 4"/>
          <p:cNvSpPr>
            <a:spLocks noGrp="1"/>
          </p:cNvSpPr>
          <p:nvPr>
            <p:ph type="body"/>
          </p:nvPr>
        </p:nvSpPr>
        <p:spPr>
          <a:xfrm>
            <a:off x="3589560" y="242388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52" name="PlaceHolder 5"/>
          <p:cNvSpPr>
            <a:spLocks noGrp="1"/>
          </p:cNvSpPr>
          <p:nvPr>
            <p:ph type="body"/>
          </p:nvPr>
        </p:nvSpPr>
        <p:spPr>
          <a:xfrm>
            <a:off x="3590280" y="178884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53" name="PlaceHolder 6"/>
          <p:cNvSpPr>
            <a:spLocks noGrp="1"/>
          </p:cNvSpPr>
          <p:nvPr>
            <p:ph type="body"/>
          </p:nvPr>
        </p:nvSpPr>
        <p:spPr>
          <a:xfrm>
            <a:off x="658116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54" name="PlaceHolder 7"/>
          <p:cNvSpPr>
            <a:spLocks noGrp="1"/>
          </p:cNvSpPr>
          <p:nvPr>
            <p:ph type="body"/>
          </p:nvPr>
        </p:nvSpPr>
        <p:spPr>
          <a:xfrm>
            <a:off x="658188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69" r:id="rId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a6192e"/>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3353040" y="1470240"/>
            <a:ext cx="4665600" cy="1101240"/>
          </a:xfrm>
          <a:prstGeom prst="rect">
            <a:avLst/>
          </a:prstGeom>
          <a:noFill/>
          <a:ln w="0">
            <a:noFill/>
          </a:ln>
        </p:spPr>
        <p:txBody>
          <a:bodyPr lIns="91440" rIns="91440" tIns="45720" bIns="45720" anchor="b">
            <a:noAutofit/>
          </a:bodyPr>
          <a:p>
            <a:pPr indent="0" defTabSz="914400">
              <a:lnSpc>
                <a:spcPct val="90000"/>
              </a:lnSpc>
              <a:buNone/>
            </a:pPr>
            <a:r>
              <a:rPr b="0" lang="en-GB" sz="3600" spc="-1" strike="noStrike">
                <a:solidFill>
                  <a:schemeClr val="lt1"/>
                </a:solidFill>
                <a:latin typeface="Sora SemiBold"/>
              </a:rPr>
              <a:t>Click to edit title for presentation</a:t>
            </a:r>
            <a:endParaRPr b="0" lang="en-US" sz="3600" spc="-1" strike="noStrike">
              <a:solidFill>
                <a:schemeClr val="dk1"/>
              </a:solidFill>
              <a:latin typeface="Calibri"/>
            </a:endParaRPr>
          </a:p>
        </p:txBody>
      </p:sp>
      <p:sp>
        <p:nvSpPr>
          <p:cNvPr id="56" name="PlaceHolder 2"/>
          <p:cNvSpPr>
            <a:spLocks noGrp="1"/>
          </p:cNvSpPr>
          <p:nvPr>
            <p:ph type="body"/>
          </p:nvPr>
        </p:nvSpPr>
        <p:spPr>
          <a:xfrm>
            <a:off x="3353040" y="2927880"/>
            <a:ext cx="4665600" cy="121356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GB" sz="2400" spc="-1" strike="noStrike">
                <a:solidFill>
                  <a:schemeClr val="lt1"/>
                </a:solidFill>
                <a:latin typeface="Open Sans SemiBold"/>
                <a:ea typeface="Open Sans SemiBold"/>
              </a:rPr>
              <a:t>Edit subtitle for presentation</a:t>
            </a:r>
            <a:endParaRPr b="1" lang="en-US" sz="2400" spc="-1" strike="noStrike">
              <a:solidFill>
                <a:schemeClr val="dk1"/>
              </a:solidFill>
              <a:latin typeface="Open Sans SemiBold"/>
            </a:endParaRPr>
          </a:p>
        </p:txBody>
      </p:sp>
      <p:sp>
        <p:nvSpPr>
          <p:cNvPr id="57" name="Title 1"/>
          <p:cNvSpPr/>
          <p:nvPr/>
        </p:nvSpPr>
        <p:spPr>
          <a:xfrm>
            <a:off x="908280" y="1778760"/>
            <a:ext cx="1696680" cy="1490400"/>
          </a:xfrm>
          <a:prstGeom prst="rect">
            <a:avLst/>
          </a:prstGeom>
          <a:noFill/>
          <a:ln w="0">
            <a:noFill/>
          </a:ln>
        </p:spPr>
        <p:style>
          <a:lnRef idx="0"/>
          <a:fillRef idx="0"/>
          <a:effectRef idx="0"/>
          <a:fontRef idx="minor"/>
        </p:style>
        <p:txBody>
          <a:bodyPr anchor="b">
            <a:noAutofit/>
          </a:bodyPr>
          <a:p>
            <a:pPr defTabSz="914400">
              <a:lnSpc>
                <a:spcPct val="90000"/>
              </a:lnSpc>
            </a:pPr>
            <a:endParaRPr b="0" lang="en-GB" sz="9600" spc="-1" strike="noStrike">
              <a:solidFill>
                <a:srgbClr val="ffffff"/>
              </a:solidFill>
              <a:latin typeface="Sora SemiBold"/>
            </a:endParaRPr>
          </a:p>
        </p:txBody>
      </p:sp>
      <p:sp>
        <p:nvSpPr>
          <p:cNvPr id="58" name="PlaceHolder 3"/>
          <p:cNvSpPr>
            <a:spLocks noGrp="1"/>
          </p:cNvSpPr>
          <p:nvPr>
            <p:ph type="body"/>
          </p:nvPr>
        </p:nvSpPr>
        <p:spPr>
          <a:xfrm>
            <a:off x="0" y="0"/>
            <a:ext cx="2874600" cy="516708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59" name="Picture 3" descr="A row of white circles&#10;&#10;AI-generated content may be incorrect."/>
          <p:cNvPicPr/>
          <p:nvPr/>
        </p:nvPicPr>
        <p:blipFill>
          <a:blip r:embed="rId2"/>
          <a:stretch/>
        </p:blipFill>
        <p:spPr>
          <a:xfrm>
            <a:off x="3238560" y="71640"/>
            <a:ext cx="2498760" cy="1405440"/>
          </a:xfrm>
          <a:prstGeom prst="rect">
            <a:avLst/>
          </a:prstGeom>
          <a:ln w="0">
            <a:noFill/>
          </a:ln>
        </p:spPr>
      </p:pic>
      <p:pic>
        <p:nvPicPr>
          <p:cNvPr id="60" name="Picture 2" descr="A close-up of a logo&#10;&#10;AI-generated content may be incorrect."/>
          <p:cNvPicPr/>
          <p:nvPr/>
        </p:nvPicPr>
        <p:blipFill>
          <a:blip r:embed="rId3"/>
          <a:stretch/>
        </p:blipFill>
        <p:spPr>
          <a:xfrm>
            <a:off x="7336800" y="4206600"/>
            <a:ext cx="1405440" cy="40824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71" r:id="rId4"/>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dfc"/>
        </a:solidFill>
      </p:bgPr>
    </p:bg>
    <p:spTree>
      <p:nvGrpSpPr>
        <p:cNvPr id="1" name=""/>
        <p:cNvGrpSpPr/>
        <p:nvPr/>
      </p:nvGrpSpPr>
      <p:grpSpPr>
        <a:xfrm>
          <a:off x="0" y="0"/>
          <a:ext cx="0" cy="0"/>
          <a:chOff x="0" y="0"/>
          <a:chExt cx="0" cy="0"/>
        </a:xfrm>
      </p:grpSpPr>
      <p:pic>
        <p:nvPicPr>
          <p:cNvPr id="61" name="Picture 6" descr="A row of red circles&#10;&#10;AI-generated content may be incorrect."/>
          <p:cNvPicPr/>
          <p:nvPr/>
        </p:nvPicPr>
        <p:blipFill>
          <a:blip r:embed="rId2"/>
          <a:stretch/>
        </p:blipFill>
        <p:spPr>
          <a:xfrm rot="10800000">
            <a:off x="221760" y="84960"/>
            <a:ext cx="8809560" cy="4955400"/>
          </a:xfrm>
          <a:prstGeom prst="rect">
            <a:avLst/>
          </a:prstGeom>
          <a:ln w="0">
            <a:noFill/>
          </a:ln>
        </p:spPr>
      </p:pic>
      <p:sp>
        <p:nvSpPr>
          <p:cNvPr id="62" name="PlaceHolder 1"/>
          <p:cNvSpPr>
            <a:spLocks noGrp="1"/>
          </p:cNvSpPr>
          <p:nvPr>
            <p:ph type="sldNum" idx="9"/>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37621195-C739-499B-A273-EC846A5DD9C7}"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63" name="PlaceHolder 2"/>
          <p:cNvSpPr>
            <a:spLocks noGrp="1"/>
          </p:cNvSpPr>
          <p:nvPr>
            <p:ph type="body"/>
          </p:nvPr>
        </p:nvSpPr>
        <p:spPr>
          <a:xfrm>
            <a:off x="59832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64" name="PlaceHolder 3"/>
          <p:cNvSpPr>
            <a:spLocks noGrp="1"/>
          </p:cNvSpPr>
          <p:nvPr>
            <p:ph type="body"/>
          </p:nvPr>
        </p:nvSpPr>
        <p:spPr>
          <a:xfrm>
            <a:off x="59904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65" name="PlaceHolder 4"/>
          <p:cNvSpPr>
            <a:spLocks noGrp="1"/>
          </p:cNvSpPr>
          <p:nvPr>
            <p:ph type="body"/>
          </p:nvPr>
        </p:nvSpPr>
        <p:spPr>
          <a:xfrm>
            <a:off x="3589560" y="242388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66" name="PlaceHolder 5"/>
          <p:cNvSpPr>
            <a:spLocks noGrp="1"/>
          </p:cNvSpPr>
          <p:nvPr>
            <p:ph type="body"/>
          </p:nvPr>
        </p:nvSpPr>
        <p:spPr>
          <a:xfrm>
            <a:off x="3590280" y="178884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67" name="PlaceHolder 6"/>
          <p:cNvSpPr>
            <a:spLocks noGrp="1"/>
          </p:cNvSpPr>
          <p:nvPr>
            <p:ph type="body"/>
          </p:nvPr>
        </p:nvSpPr>
        <p:spPr>
          <a:xfrm>
            <a:off x="658116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68" name="PlaceHolder 7"/>
          <p:cNvSpPr>
            <a:spLocks noGrp="1"/>
          </p:cNvSpPr>
          <p:nvPr>
            <p:ph type="body"/>
          </p:nvPr>
        </p:nvSpPr>
        <p:spPr>
          <a:xfrm>
            <a:off x="658188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69" name="PlaceHolder 8"/>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en-US" sz="1350" spc="-1" strike="noStrike">
                <a:solidFill>
                  <a:schemeClr val="dk1"/>
                </a:solidFill>
                <a:latin typeface="Calibri"/>
              </a:rPr>
              <a:t>Click to edit the title text format</a:t>
            </a:r>
            <a:endParaRPr b="0" lang="en-US" sz="135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3" r:id="rId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bbe977"/>
        </a:solidFill>
      </p:bgPr>
    </p:bg>
    <p:spTree>
      <p:nvGrpSpPr>
        <p:cNvPr id="1" name=""/>
        <p:cNvGrpSpPr/>
        <p:nvPr/>
      </p:nvGrpSpPr>
      <p:grpSpPr>
        <a:xfrm>
          <a:off x="0" y="0"/>
          <a:ext cx="0" cy="0"/>
          <a:chOff x="0" y="0"/>
          <a:chExt cx="0" cy="0"/>
        </a:xfrm>
      </p:grpSpPr>
      <p:pic>
        <p:nvPicPr>
          <p:cNvPr id="70" name="Picture 6" descr="A row of red circles&#10;&#10;AI-generated content may be incorrect."/>
          <p:cNvPicPr/>
          <p:nvPr/>
        </p:nvPicPr>
        <p:blipFill>
          <a:blip r:embed="rId2"/>
          <a:stretch/>
        </p:blipFill>
        <p:spPr>
          <a:xfrm rot="10800000">
            <a:off x="221760" y="84960"/>
            <a:ext cx="8809560" cy="4955400"/>
          </a:xfrm>
          <a:prstGeom prst="rect">
            <a:avLst/>
          </a:prstGeom>
          <a:ln w="0">
            <a:noFill/>
          </a:ln>
        </p:spPr>
      </p:pic>
      <p:sp>
        <p:nvSpPr>
          <p:cNvPr id="71" name="PlaceHolder 1"/>
          <p:cNvSpPr>
            <a:spLocks noGrp="1"/>
          </p:cNvSpPr>
          <p:nvPr>
            <p:ph type="sldNum" idx="10"/>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8641E924-823B-4332-9896-295F1E5B9A59}"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72" name="PlaceHolder 2"/>
          <p:cNvSpPr>
            <a:spLocks noGrp="1"/>
          </p:cNvSpPr>
          <p:nvPr>
            <p:ph type="body"/>
          </p:nvPr>
        </p:nvSpPr>
        <p:spPr>
          <a:xfrm>
            <a:off x="59832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73" name="PlaceHolder 3"/>
          <p:cNvSpPr>
            <a:spLocks noGrp="1"/>
          </p:cNvSpPr>
          <p:nvPr>
            <p:ph type="body"/>
          </p:nvPr>
        </p:nvSpPr>
        <p:spPr>
          <a:xfrm>
            <a:off x="59904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74" name="PlaceHolder 4"/>
          <p:cNvSpPr>
            <a:spLocks noGrp="1"/>
          </p:cNvSpPr>
          <p:nvPr>
            <p:ph type="body"/>
          </p:nvPr>
        </p:nvSpPr>
        <p:spPr>
          <a:xfrm>
            <a:off x="3589560" y="242388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75" name="PlaceHolder 5"/>
          <p:cNvSpPr>
            <a:spLocks noGrp="1"/>
          </p:cNvSpPr>
          <p:nvPr>
            <p:ph type="body"/>
          </p:nvPr>
        </p:nvSpPr>
        <p:spPr>
          <a:xfrm>
            <a:off x="3590280" y="178884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76" name="PlaceHolder 6"/>
          <p:cNvSpPr>
            <a:spLocks noGrp="1"/>
          </p:cNvSpPr>
          <p:nvPr>
            <p:ph type="body"/>
          </p:nvPr>
        </p:nvSpPr>
        <p:spPr>
          <a:xfrm>
            <a:off x="658116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77" name="PlaceHolder 7"/>
          <p:cNvSpPr>
            <a:spLocks noGrp="1"/>
          </p:cNvSpPr>
          <p:nvPr>
            <p:ph type="body"/>
          </p:nvPr>
        </p:nvSpPr>
        <p:spPr>
          <a:xfrm>
            <a:off x="658188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75" r:id="rId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70deff"/>
        </a:solidFill>
      </p:bgPr>
    </p:bg>
    <p:spTree>
      <p:nvGrpSpPr>
        <p:cNvPr id="1" name=""/>
        <p:cNvGrpSpPr/>
        <p:nvPr/>
      </p:nvGrpSpPr>
      <p:grpSpPr>
        <a:xfrm>
          <a:off x="0" y="0"/>
          <a:ext cx="0" cy="0"/>
          <a:chOff x="0" y="0"/>
          <a:chExt cx="0" cy="0"/>
        </a:xfrm>
      </p:grpSpPr>
      <p:pic>
        <p:nvPicPr>
          <p:cNvPr id="78" name="Picture 6" descr="A row of red circles&#10;&#10;AI-generated content may be incorrect."/>
          <p:cNvPicPr/>
          <p:nvPr/>
        </p:nvPicPr>
        <p:blipFill>
          <a:blip r:embed="rId2"/>
          <a:stretch/>
        </p:blipFill>
        <p:spPr>
          <a:xfrm rot="10800000">
            <a:off x="221760" y="84960"/>
            <a:ext cx="8809560" cy="4955400"/>
          </a:xfrm>
          <a:prstGeom prst="rect">
            <a:avLst/>
          </a:prstGeom>
          <a:ln w="0">
            <a:noFill/>
          </a:ln>
        </p:spPr>
      </p:pic>
      <p:sp>
        <p:nvSpPr>
          <p:cNvPr id="79" name="PlaceHolder 1"/>
          <p:cNvSpPr>
            <a:spLocks noGrp="1"/>
          </p:cNvSpPr>
          <p:nvPr>
            <p:ph type="sldNum" idx="11"/>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C0BEDB2D-0D39-4FBC-9978-74B49152AD7E}"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80" name="PlaceHolder 2"/>
          <p:cNvSpPr>
            <a:spLocks noGrp="1"/>
          </p:cNvSpPr>
          <p:nvPr>
            <p:ph type="body"/>
          </p:nvPr>
        </p:nvSpPr>
        <p:spPr>
          <a:xfrm>
            <a:off x="59832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81" name="PlaceHolder 3"/>
          <p:cNvSpPr>
            <a:spLocks noGrp="1"/>
          </p:cNvSpPr>
          <p:nvPr>
            <p:ph type="body"/>
          </p:nvPr>
        </p:nvSpPr>
        <p:spPr>
          <a:xfrm>
            <a:off x="59904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82" name="PlaceHolder 4"/>
          <p:cNvSpPr>
            <a:spLocks noGrp="1"/>
          </p:cNvSpPr>
          <p:nvPr>
            <p:ph type="body"/>
          </p:nvPr>
        </p:nvSpPr>
        <p:spPr>
          <a:xfrm>
            <a:off x="3589560" y="242388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83" name="PlaceHolder 5"/>
          <p:cNvSpPr>
            <a:spLocks noGrp="1"/>
          </p:cNvSpPr>
          <p:nvPr>
            <p:ph type="body"/>
          </p:nvPr>
        </p:nvSpPr>
        <p:spPr>
          <a:xfrm>
            <a:off x="3590280" y="178884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84" name="PlaceHolder 6"/>
          <p:cNvSpPr>
            <a:spLocks noGrp="1"/>
          </p:cNvSpPr>
          <p:nvPr>
            <p:ph type="body"/>
          </p:nvPr>
        </p:nvSpPr>
        <p:spPr>
          <a:xfrm>
            <a:off x="6581160" y="2450160"/>
            <a:ext cx="2072520" cy="90252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 ex sapien vitae pellentesque</a:t>
            </a:r>
            <a:endParaRPr b="1" lang="en-US" sz="1200" spc="-1" strike="noStrike">
              <a:solidFill>
                <a:schemeClr val="dk1"/>
              </a:solidFill>
              <a:latin typeface="Open Sans SemiBold"/>
            </a:endParaRPr>
          </a:p>
        </p:txBody>
      </p:sp>
      <p:sp>
        <p:nvSpPr>
          <p:cNvPr id="85" name="PlaceHolder 7"/>
          <p:cNvSpPr>
            <a:spLocks noGrp="1"/>
          </p:cNvSpPr>
          <p:nvPr>
            <p:ph type="body"/>
          </p:nvPr>
        </p:nvSpPr>
        <p:spPr>
          <a:xfrm>
            <a:off x="6581880" y="181512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77"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6" name="PlaceHolder 1"/>
          <p:cNvSpPr>
            <a:spLocks noGrp="1"/>
          </p:cNvSpPr>
          <p:nvPr>
            <p:ph type="body"/>
          </p:nvPr>
        </p:nvSpPr>
        <p:spPr>
          <a:xfrm>
            <a:off x="230760" y="1206360"/>
            <a:ext cx="2835000" cy="283500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87" name="PlaceHolder 2"/>
          <p:cNvSpPr>
            <a:spLocks noGrp="1"/>
          </p:cNvSpPr>
          <p:nvPr>
            <p:ph type="body"/>
          </p:nvPr>
        </p:nvSpPr>
        <p:spPr>
          <a:xfrm>
            <a:off x="3176640" y="1220760"/>
            <a:ext cx="2835000" cy="283500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88" name="PlaceHolder 3"/>
          <p:cNvSpPr>
            <a:spLocks noGrp="1"/>
          </p:cNvSpPr>
          <p:nvPr>
            <p:ph type="body"/>
          </p:nvPr>
        </p:nvSpPr>
        <p:spPr>
          <a:xfrm>
            <a:off x="6122520" y="1206360"/>
            <a:ext cx="2835000" cy="2835000"/>
          </a:xfrm>
          <a:prstGeom prst="rect">
            <a:avLst/>
          </a:prstGeom>
          <a:noFill/>
          <a:ln w="0">
            <a:noFill/>
          </a:ln>
        </p:spPr>
        <p:txBody>
          <a:bodyPr lIns="90000" rIns="90000" tIns="45000" bIns="45000" anchor="t">
            <a:noAutofit/>
          </a:bodyPr>
          <a:p>
            <a:pPr indent="0" algn="ctr"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89" name="PlaceHolder 4"/>
          <p:cNvSpPr>
            <a:spLocks noGrp="1"/>
          </p:cNvSpPr>
          <p:nvPr>
            <p:ph type="sldNum" idx="12"/>
          </p:nvPr>
        </p:nvSpPr>
        <p:spPr>
          <a:xfrm>
            <a:off x="6715800" y="478404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905DE57C-6B2F-4E55-AE0B-8F1CA5883036}"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90" name="PlaceHolder 5"/>
          <p:cNvSpPr>
            <a:spLocks noGrp="1"/>
          </p:cNvSpPr>
          <p:nvPr>
            <p:ph type="body"/>
          </p:nvPr>
        </p:nvSpPr>
        <p:spPr>
          <a:xfrm>
            <a:off x="484200" y="527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1" name="PlaceHolder 6"/>
          <p:cNvSpPr>
            <a:spLocks noGrp="1"/>
          </p:cNvSpPr>
          <p:nvPr>
            <p:ph type="body"/>
          </p:nvPr>
        </p:nvSpPr>
        <p:spPr>
          <a:xfrm>
            <a:off x="3413160" y="527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2" name="PlaceHolder 7"/>
          <p:cNvSpPr>
            <a:spLocks noGrp="1"/>
          </p:cNvSpPr>
          <p:nvPr>
            <p:ph type="body"/>
          </p:nvPr>
        </p:nvSpPr>
        <p:spPr>
          <a:xfrm>
            <a:off x="6342120" y="54180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3" name="PlaceHolder 8"/>
          <p:cNvSpPr>
            <a:spLocks noGrp="1"/>
          </p:cNvSpPr>
          <p:nvPr>
            <p:ph type="body"/>
          </p:nvPr>
        </p:nvSpPr>
        <p:spPr>
          <a:xfrm>
            <a:off x="484200" y="4163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4" name="PlaceHolder 9"/>
          <p:cNvSpPr>
            <a:spLocks noGrp="1"/>
          </p:cNvSpPr>
          <p:nvPr>
            <p:ph type="body"/>
          </p:nvPr>
        </p:nvSpPr>
        <p:spPr>
          <a:xfrm>
            <a:off x="3413160" y="4163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5" name="PlaceHolder 10"/>
          <p:cNvSpPr>
            <a:spLocks noGrp="1"/>
          </p:cNvSpPr>
          <p:nvPr>
            <p:ph type="body"/>
          </p:nvPr>
        </p:nvSpPr>
        <p:spPr>
          <a:xfrm>
            <a:off x="6342120" y="41774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0" lang="en-GB" sz="1200" spc="-1" strike="noStrike">
                <a:solidFill>
                  <a:schemeClr val="dk1"/>
                </a:solidFill>
                <a:latin typeface="Open Sans"/>
                <a:ea typeface="Open Sans"/>
              </a:rPr>
              <a:t>Lorem ipsum dolor sit amet consectetur adipiscing elit. Quisque faucibus</a:t>
            </a:r>
            <a:endParaRPr b="1" lang="en-US" sz="1200" spc="-1" strike="noStrike">
              <a:solidFill>
                <a:schemeClr val="dk1"/>
              </a:solidFill>
              <a:latin typeface="Open Sans SemiBold"/>
            </a:endParaRPr>
          </a:p>
        </p:txBody>
      </p:sp>
      <p:sp>
        <p:nvSpPr>
          <p:cNvPr id="96" name="PlaceHolder 1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en-US" sz="1350" spc="-1" strike="noStrike">
                <a:solidFill>
                  <a:schemeClr val="dk1"/>
                </a:solidFill>
                <a:latin typeface="Calibri"/>
              </a:rPr>
              <a:t>Click to edit the title text format</a:t>
            </a:r>
            <a:endParaRPr b="0" lang="en-US" sz="135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a6192e"/>
        </a:solidFill>
      </p:bgPr>
    </p:bg>
    <p:spTree>
      <p:nvGrpSpPr>
        <p:cNvPr id="1" name=""/>
        <p:cNvGrpSpPr/>
        <p:nvPr/>
      </p:nvGrpSpPr>
      <p:grpSpPr>
        <a:xfrm>
          <a:off x="0" y="0"/>
          <a:ext cx="0" cy="0"/>
          <a:chOff x="0" y="0"/>
          <a:chExt cx="0" cy="0"/>
        </a:xfrm>
      </p:grpSpPr>
      <p:sp>
        <p:nvSpPr>
          <p:cNvPr id="97" name="Title 1"/>
          <p:cNvSpPr/>
          <p:nvPr/>
        </p:nvSpPr>
        <p:spPr>
          <a:xfrm>
            <a:off x="348120" y="251280"/>
            <a:ext cx="4223520" cy="1101240"/>
          </a:xfrm>
          <a:prstGeom prst="rect">
            <a:avLst/>
          </a:prstGeom>
          <a:noFill/>
          <a:ln w="0">
            <a:noFill/>
          </a:ln>
        </p:spPr>
        <p:style>
          <a:lnRef idx="0"/>
          <a:fillRef idx="0"/>
          <a:effectRef idx="0"/>
          <a:fontRef idx="minor"/>
        </p:style>
        <p:txBody>
          <a:bodyPr anchor="b">
            <a:noAutofit/>
          </a:bodyPr>
          <a:p>
            <a:pPr defTabSz="914400">
              <a:lnSpc>
                <a:spcPct val="90000"/>
              </a:lnSpc>
              <a:tabLst>
                <a:tab algn="l" pos="0"/>
              </a:tabLst>
            </a:pPr>
            <a:r>
              <a:rPr b="0" lang="en-GB" sz="4800" spc="-1" strike="noStrike">
                <a:solidFill>
                  <a:schemeClr val="lt1"/>
                </a:solidFill>
                <a:latin typeface="Sora SemiBold"/>
              </a:rPr>
              <a:t>Thank you</a:t>
            </a:r>
            <a:endParaRPr b="0" lang="en-GB" sz="4800" spc="-1" strike="noStrike">
              <a:solidFill>
                <a:srgbClr val="ffffff"/>
              </a:solidFill>
              <a:latin typeface="Arial"/>
            </a:endParaRPr>
          </a:p>
        </p:txBody>
      </p:sp>
      <p:sp>
        <p:nvSpPr>
          <p:cNvPr id="98" name="PlaceHolder 1"/>
          <p:cNvSpPr>
            <a:spLocks noGrp="1"/>
          </p:cNvSpPr>
          <p:nvPr>
            <p:ph type="body"/>
          </p:nvPr>
        </p:nvSpPr>
        <p:spPr>
          <a:xfrm>
            <a:off x="450720" y="1797840"/>
            <a:ext cx="3845160" cy="72000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GB" sz="1600" spc="-1" strike="noStrike">
                <a:solidFill>
                  <a:schemeClr val="lt1"/>
                </a:solidFill>
                <a:latin typeface="Open Sans SemiBold"/>
                <a:ea typeface="Open Sans SemiBold"/>
              </a:rPr>
              <a:t>Speaker Name</a:t>
            </a:r>
            <a:endParaRPr b="1" lang="en-US" sz="1600" spc="-1" strike="noStrike">
              <a:solidFill>
                <a:schemeClr val="dk1"/>
              </a:solidFill>
              <a:latin typeface="Open Sans SemiBold"/>
            </a:endParaRPr>
          </a:p>
          <a:p>
            <a:pPr indent="0" defTabSz="914400">
              <a:lnSpc>
                <a:spcPct val="90000"/>
              </a:lnSpc>
              <a:spcBef>
                <a:spcPts val="751"/>
              </a:spcBef>
              <a:buNone/>
              <a:tabLst>
                <a:tab algn="l" pos="0"/>
              </a:tabLst>
            </a:pPr>
            <a:endParaRPr b="1" lang="en-US" sz="1600" spc="-1" strike="noStrike">
              <a:solidFill>
                <a:schemeClr val="dk1"/>
              </a:solidFill>
              <a:latin typeface="Open Sans SemiBold"/>
            </a:endParaRPr>
          </a:p>
        </p:txBody>
      </p:sp>
      <p:sp>
        <p:nvSpPr>
          <p:cNvPr id="99" name="PlaceHolder 2"/>
          <p:cNvSpPr>
            <a:spLocks noGrp="1"/>
          </p:cNvSpPr>
          <p:nvPr>
            <p:ph type="body"/>
          </p:nvPr>
        </p:nvSpPr>
        <p:spPr>
          <a:xfrm>
            <a:off x="450720" y="2666520"/>
            <a:ext cx="3845160" cy="3596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GB" sz="1600" spc="-1" strike="noStrike">
                <a:solidFill>
                  <a:schemeClr val="lt1"/>
                </a:solidFill>
                <a:latin typeface="Open Sans SemiBold"/>
                <a:ea typeface="Open Sans SemiBold"/>
              </a:rPr>
              <a:t>Web address or call to action</a:t>
            </a:r>
            <a:endParaRPr b="1" lang="en-US" sz="1600" spc="-1" strike="noStrike">
              <a:solidFill>
                <a:schemeClr val="dk1"/>
              </a:solidFill>
              <a:latin typeface="Open Sans SemiBold"/>
            </a:endParaRPr>
          </a:p>
        </p:txBody>
      </p:sp>
      <p:sp>
        <p:nvSpPr>
          <p:cNvPr id="100" name="PlaceHolder 3"/>
          <p:cNvSpPr>
            <a:spLocks noGrp="1"/>
          </p:cNvSpPr>
          <p:nvPr>
            <p:ph type="body"/>
          </p:nvPr>
        </p:nvSpPr>
        <p:spPr>
          <a:xfrm>
            <a:off x="450720" y="3277800"/>
            <a:ext cx="1371240" cy="137268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101" name="Picture 7" descr="A group of green circles&#10;&#10;AI-generated content may be incorrect."/>
          <p:cNvPicPr/>
          <p:nvPr/>
        </p:nvPicPr>
        <p:blipFill>
          <a:blip r:embed="rId2"/>
          <a:stretch/>
        </p:blipFill>
        <p:spPr>
          <a:xfrm>
            <a:off x="3908520" y="399960"/>
            <a:ext cx="1998720" cy="1124280"/>
          </a:xfrm>
          <a:prstGeom prst="rect">
            <a:avLst/>
          </a:prstGeom>
          <a:ln w="0">
            <a:noFill/>
          </a:ln>
        </p:spPr>
      </p:pic>
      <p:pic>
        <p:nvPicPr>
          <p:cNvPr id="102" name="Picture 11" descr="A close-up of a logo&#10;&#10;AI-generated content may be incorrect."/>
          <p:cNvPicPr/>
          <p:nvPr/>
        </p:nvPicPr>
        <p:blipFill>
          <a:blip r:embed="rId3"/>
          <a:stretch/>
        </p:blipFill>
        <p:spPr>
          <a:xfrm>
            <a:off x="7336800" y="4206600"/>
            <a:ext cx="1405440" cy="408240"/>
          </a:xfrm>
          <a:prstGeom prst="rect">
            <a:avLst/>
          </a:prstGeom>
          <a:ln w="0">
            <a:noFill/>
          </a:ln>
        </p:spPr>
      </p:pic>
      <p:sp>
        <p:nvSpPr>
          <p:cNvPr id="103" name="PlaceHolder 4"/>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en-US" sz="1350" spc="-1" strike="noStrike">
                <a:solidFill>
                  <a:schemeClr val="dk1"/>
                </a:solidFill>
                <a:latin typeface="Calibri"/>
              </a:rPr>
              <a:t>Click to edit the title text format</a:t>
            </a:r>
            <a:endParaRPr b="0" lang="en-US" sz="135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81" r:id="rId4"/>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a6192e"/>
        </a:solidFill>
      </p:bgPr>
    </p:bg>
    <p:spTree>
      <p:nvGrpSpPr>
        <p:cNvPr id="1" name=""/>
        <p:cNvGrpSpPr/>
        <p:nvPr/>
      </p:nvGrpSpPr>
      <p:grpSpPr>
        <a:xfrm>
          <a:off x="0" y="0"/>
          <a:ext cx="0" cy="0"/>
          <a:chOff x="0" y="0"/>
          <a:chExt cx="0" cy="0"/>
        </a:xfrm>
      </p:grpSpPr>
      <p:pic>
        <p:nvPicPr>
          <p:cNvPr id="104" name="Picture 6" descr=""/>
          <p:cNvPicPr/>
          <p:nvPr/>
        </p:nvPicPr>
        <p:blipFill>
          <a:blip r:embed="rId2"/>
          <a:stretch/>
        </p:blipFill>
        <p:spPr>
          <a:xfrm>
            <a:off x="7331040" y="4220280"/>
            <a:ext cx="1375200" cy="397440"/>
          </a:xfrm>
          <a:prstGeom prst="rect">
            <a:avLst/>
          </a:prstGeom>
          <a:ln w="0">
            <a:noFill/>
          </a:ln>
        </p:spPr>
      </p:pic>
      <p:sp>
        <p:nvSpPr>
          <p:cNvPr id="105" name="PlaceHolder 1"/>
          <p:cNvSpPr>
            <a:spLocks noGrp="1"/>
          </p:cNvSpPr>
          <p:nvPr>
            <p:ph type="title"/>
          </p:nvPr>
        </p:nvSpPr>
        <p:spPr>
          <a:xfrm>
            <a:off x="1173960" y="1470240"/>
            <a:ext cx="4665600" cy="1101240"/>
          </a:xfrm>
          <a:prstGeom prst="rect">
            <a:avLst/>
          </a:prstGeom>
          <a:noFill/>
          <a:ln w="0">
            <a:noFill/>
          </a:ln>
        </p:spPr>
        <p:txBody>
          <a:bodyPr lIns="91440" rIns="91440" tIns="45720" bIns="45720" anchor="b">
            <a:noAutofit/>
          </a:bodyPr>
          <a:p>
            <a:pPr indent="0" defTabSz="914400">
              <a:lnSpc>
                <a:spcPct val="90000"/>
              </a:lnSpc>
              <a:buNone/>
            </a:pPr>
            <a:r>
              <a:rPr b="0" lang="en-GB" sz="3600" spc="-1" strike="noStrike">
                <a:solidFill>
                  <a:schemeClr val="lt1"/>
                </a:solidFill>
                <a:latin typeface="Sora SemiBold"/>
              </a:rPr>
              <a:t>Click to edit title for presentation</a:t>
            </a:r>
            <a:endParaRPr b="0" lang="en-US" sz="3600" spc="-1" strike="noStrike">
              <a:solidFill>
                <a:schemeClr val="dk1"/>
              </a:solidFill>
              <a:latin typeface="Calibri"/>
            </a:endParaRPr>
          </a:p>
        </p:txBody>
      </p:sp>
      <p:sp>
        <p:nvSpPr>
          <p:cNvPr id="106" name="PlaceHolder 2"/>
          <p:cNvSpPr>
            <a:spLocks noGrp="1"/>
          </p:cNvSpPr>
          <p:nvPr>
            <p:ph type="body"/>
          </p:nvPr>
        </p:nvSpPr>
        <p:spPr>
          <a:xfrm>
            <a:off x="1173960" y="2927880"/>
            <a:ext cx="4665600" cy="12920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GB" sz="2400" spc="-1" strike="noStrike">
                <a:solidFill>
                  <a:schemeClr val="lt1"/>
                </a:solidFill>
                <a:latin typeface="Open Sans SemiBold"/>
                <a:ea typeface="Open Sans SemiBold"/>
              </a:rPr>
              <a:t>Edit subtitle for presentation</a:t>
            </a:r>
            <a:endParaRPr b="1" lang="en-US" sz="2400" spc="-1" strike="noStrike">
              <a:solidFill>
                <a:schemeClr val="dk1"/>
              </a:solidFill>
              <a:latin typeface="Open Sans SemiBold"/>
            </a:endParaRPr>
          </a:p>
        </p:txBody>
      </p:sp>
      <p:pic>
        <p:nvPicPr>
          <p:cNvPr id="107" name="Picture 1" descr="A row of white circles&#10;&#10;AI-generated content may be incorrect."/>
          <p:cNvPicPr/>
          <p:nvPr/>
        </p:nvPicPr>
        <p:blipFill>
          <a:blip r:embed="rId3"/>
          <a:stretch/>
        </p:blipFill>
        <p:spPr>
          <a:xfrm>
            <a:off x="1173960" y="71640"/>
            <a:ext cx="2498760" cy="140544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83" r:id="rId4"/>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d942"/>
        </a:solidFill>
      </p:bgPr>
    </p:bg>
    <p:spTree>
      <p:nvGrpSpPr>
        <p:cNvPr id="1" name=""/>
        <p:cNvGrpSpPr/>
        <p:nvPr/>
      </p:nvGrpSpPr>
      <p:grpSpPr>
        <a:xfrm>
          <a:off x="0" y="0"/>
          <a:ext cx="0" cy="0"/>
          <a:chOff x="0" y="0"/>
          <a:chExt cx="0" cy="0"/>
        </a:xfrm>
      </p:grpSpPr>
      <p:pic>
        <p:nvPicPr>
          <p:cNvPr id="108" name="Picture 8" descr="A row of red circles&#10;&#10;AI-generated content may be incorrect."/>
          <p:cNvPicPr/>
          <p:nvPr/>
        </p:nvPicPr>
        <p:blipFill>
          <a:blip r:embed="rId2"/>
          <a:stretch/>
        </p:blipFill>
        <p:spPr>
          <a:xfrm rot="16200000">
            <a:off x="-2176560" y="386280"/>
            <a:ext cx="7772040" cy="4371480"/>
          </a:xfrm>
          <a:prstGeom prst="rect">
            <a:avLst/>
          </a:prstGeom>
          <a:ln w="0">
            <a:noFill/>
          </a:ln>
        </p:spPr>
      </p:pic>
      <p:sp>
        <p:nvSpPr>
          <p:cNvPr id="109"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divider</a:t>
            </a:r>
            <a:br>
              <a:rPr sz="2700"/>
            </a:br>
            <a:r>
              <a:rPr b="0" lang="en-GB" sz="2700" spc="-1" strike="noStrike">
                <a:solidFill>
                  <a:srgbClr val="a6192e"/>
                </a:solidFill>
                <a:latin typeface="Sora SemiBold"/>
              </a:rPr>
              <a:t>title goes here</a:t>
            </a:r>
            <a:endParaRPr b="0" lang="en-US" sz="2700" spc="-1" strike="noStrike">
              <a:solidFill>
                <a:schemeClr val="dk1"/>
              </a:solidFill>
              <a:latin typeface="Calibri"/>
            </a:endParaRPr>
          </a:p>
        </p:txBody>
      </p:sp>
      <p:sp>
        <p:nvSpPr>
          <p:cNvPr id="110" name="Title 1"/>
          <p:cNvSpPr/>
          <p:nvPr/>
        </p:nvSpPr>
        <p:spPr>
          <a:xfrm>
            <a:off x="867600" y="2021040"/>
            <a:ext cx="4665600" cy="1101240"/>
          </a:xfrm>
          <a:prstGeom prst="rect">
            <a:avLst/>
          </a:prstGeom>
          <a:noFill/>
          <a:ln w="0">
            <a:noFill/>
          </a:ln>
        </p:spPr>
        <p:style>
          <a:lnRef idx="0"/>
          <a:fillRef idx="0"/>
          <a:effectRef idx="0"/>
          <a:fontRef idx="minor"/>
        </p:style>
        <p:txBody>
          <a:bodyPr anchor="b">
            <a:noAutofit/>
          </a:bodyPr>
          <a:p>
            <a:pPr defTabSz="914400">
              <a:lnSpc>
                <a:spcPct val="90000"/>
              </a:lnSpc>
            </a:pPr>
            <a:endParaRPr b="0" lang="en-GB" sz="3600" spc="-1" strike="noStrike">
              <a:solidFill>
                <a:schemeClr val="lt1"/>
              </a:solidFill>
              <a:latin typeface="Sora SemiBold"/>
            </a:endParaRPr>
          </a:p>
        </p:txBody>
      </p:sp>
      <p:sp>
        <p:nvSpPr>
          <p:cNvPr id="111" name="PlaceHolder 2"/>
          <p:cNvSpPr>
            <a:spLocks noGrp="1"/>
          </p:cNvSpPr>
          <p:nvPr>
            <p:ph type="body"/>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GB" sz="9600" spc="-1" strike="noStrike">
                <a:solidFill>
                  <a:srgbClr val="ffffff"/>
                </a:solidFill>
                <a:latin typeface="Sora"/>
              </a:rPr>
              <a:t>00</a:t>
            </a:r>
            <a:endParaRPr b="1" lang="en-US" sz="96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85" r:id="rId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body"/>
          </p:nvPr>
        </p:nvSpPr>
        <p:spPr>
          <a:xfrm>
            <a:off x="1003680" y="2131560"/>
            <a:ext cx="896760" cy="1691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GB" sz="900" spc="-1" strike="noStrike">
                <a:solidFill>
                  <a:schemeClr val="dk1"/>
                </a:solidFill>
                <a:latin typeface="Open Sans SemiBold"/>
              </a:rPr>
              <a:t>Section 1</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GB" sz="900" spc="-1" strike="noStrike">
                <a:solidFill>
                  <a:schemeClr val="dk1"/>
                </a:solidFill>
                <a:latin typeface="Open Sans SemiBold"/>
              </a:rPr>
              <a:t>Section 2</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GB" sz="900" spc="-1" strike="noStrike">
                <a:solidFill>
                  <a:schemeClr val="dk1"/>
                </a:solidFill>
                <a:latin typeface="Open Sans SemiBold"/>
              </a:rPr>
              <a:t>Section 3</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GB" sz="900" spc="-1" strike="noStrike">
                <a:solidFill>
                  <a:schemeClr val="dk1"/>
                </a:solidFill>
                <a:latin typeface="Open Sans SemiBold"/>
              </a:rPr>
              <a:t>Section 4</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GB" sz="900" spc="-1" strike="noStrike">
                <a:solidFill>
                  <a:schemeClr val="dk1"/>
                </a:solidFill>
                <a:latin typeface="Open Sans SemiBold"/>
              </a:rPr>
              <a:t>Section 5</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GB" sz="900" spc="-1" strike="noStrike">
                <a:solidFill>
                  <a:schemeClr val="dk1"/>
                </a:solidFill>
                <a:latin typeface="Open Sans SemiBold"/>
              </a:rPr>
              <a:t>Section 6</a:t>
            </a:r>
            <a:endParaRPr b="1" lang="en-US" sz="900" spc="-1" strike="noStrike">
              <a:solidFill>
                <a:schemeClr val="dk1"/>
              </a:solidFill>
              <a:latin typeface="Open Sans SemiBold"/>
            </a:endParaRPr>
          </a:p>
        </p:txBody>
      </p:sp>
      <p:sp>
        <p:nvSpPr>
          <p:cNvPr id="113" name="PlaceHolder 2"/>
          <p:cNvSpPr>
            <a:spLocks noGrp="1"/>
          </p:cNvSpPr>
          <p:nvPr>
            <p:ph type="title"/>
          </p:nvPr>
        </p:nvSpPr>
        <p:spPr>
          <a:xfrm>
            <a:off x="451080" y="781200"/>
            <a:ext cx="437652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title goes here</a:t>
            </a:r>
            <a:endParaRPr b="0" lang="en-US" sz="2700" spc="-1" strike="noStrike">
              <a:solidFill>
                <a:schemeClr val="dk1"/>
              </a:solidFill>
              <a:latin typeface="Calibri"/>
            </a:endParaRPr>
          </a:p>
        </p:txBody>
      </p:sp>
      <p:sp>
        <p:nvSpPr>
          <p:cNvPr id="114" name="PlaceHolder 3"/>
          <p:cNvSpPr>
            <a:spLocks noGrp="1"/>
          </p:cNvSpPr>
          <p:nvPr>
            <p:ph type="sldNum" idx="13"/>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lt1">
                    <a:tint val="75000"/>
                  </a:schemeClr>
                </a:solidFill>
                <a:latin typeface="Open Sans Medium"/>
              </a:defRPr>
            </a:lvl1pPr>
          </a:lstStyle>
          <a:p>
            <a:pPr indent="0" algn="r" defTabSz="685800">
              <a:lnSpc>
                <a:spcPct val="100000"/>
              </a:lnSpc>
              <a:buNone/>
            </a:pPr>
            <a:fld id="{BA68CDC6-C9BE-4A13-BCA9-B88D9C781F33}" type="slidenum">
              <a:rPr b="0" lang="en-US" sz="1200" spc="-1" strike="noStrike">
                <a:solidFill>
                  <a:schemeClr val="lt1">
                    <a:tint val="75000"/>
                  </a:schemeClr>
                </a:solidFill>
                <a:latin typeface="Open Sans Medium"/>
              </a:rPr>
              <a:t>&lt;number&gt;</a:t>
            </a:fld>
            <a:endParaRPr b="0" lang="en-GB" sz="1200" spc="-1" strike="noStrike">
              <a:solidFill>
                <a:srgbClr val="000000"/>
              </a:solidFill>
              <a:latin typeface="Times New Roman"/>
            </a:endParaRPr>
          </a:p>
        </p:txBody>
      </p:sp>
      <p:pic>
        <p:nvPicPr>
          <p:cNvPr id="115" name="Picture 11" descr="A black background with white text&#10;&#10;AI-generated content may be incorrect."/>
          <p:cNvPicPr/>
          <p:nvPr/>
        </p:nvPicPr>
        <p:blipFill>
          <a:blip r:embed="rId2"/>
          <a:stretch/>
        </p:blipFill>
        <p:spPr>
          <a:xfrm>
            <a:off x="7888680" y="4033080"/>
            <a:ext cx="1134000" cy="1134000"/>
          </a:xfrm>
          <a:prstGeom prst="rect">
            <a:avLst/>
          </a:prstGeom>
          <a:ln w="0">
            <a:noFill/>
          </a:ln>
        </p:spPr>
      </p:pic>
      <p:sp>
        <p:nvSpPr>
          <p:cNvPr id="116" name="PlaceHolder 4"/>
          <p:cNvSpPr>
            <a:spLocks noGrp="1"/>
          </p:cNvSpPr>
          <p:nvPr>
            <p:ph type="body"/>
          </p:nvPr>
        </p:nvSpPr>
        <p:spPr>
          <a:xfrm>
            <a:off x="5248440" y="0"/>
            <a:ext cx="3895200" cy="516708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pic>
        <p:nvPicPr>
          <p:cNvPr id="117" name="Picture 6" descr="A group of blue circles&#10;&#10;AI-generated content may be incorrect."/>
          <p:cNvPicPr/>
          <p:nvPr/>
        </p:nvPicPr>
        <p:blipFill>
          <a:blip r:embed="rId3"/>
          <a:stretch/>
        </p:blipFill>
        <p:spPr>
          <a:xfrm>
            <a:off x="451080" y="4571280"/>
            <a:ext cx="696240" cy="39132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87" r:id="rId4"/>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7dfc6"/>
        </a:solidFill>
      </p:bgPr>
    </p:bg>
    <p:spTree>
      <p:nvGrpSpPr>
        <p:cNvPr id="1" name=""/>
        <p:cNvGrpSpPr/>
        <p:nvPr/>
      </p:nvGrpSpPr>
      <p:grpSpPr>
        <a:xfrm>
          <a:off x="0" y="0"/>
          <a:ext cx="0" cy="0"/>
          <a:chOff x="0" y="0"/>
          <a:chExt cx="0" cy="0"/>
        </a:xfrm>
      </p:grpSpPr>
      <p:sp>
        <p:nvSpPr>
          <p:cNvPr id="118"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divider</a:t>
            </a:r>
            <a:br>
              <a:rPr sz="2700"/>
            </a:br>
            <a:r>
              <a:rPr b="0" lang="en-GB" sz="2700" spc="-1" strike="noStrike">
                <a:solidFill>
                  <a:srgbClr val="a6192e"/>
                </a:solidFill>
                <a:latin typeface="Sora SemiBold"/>
              </a:rPr>
              <a:t>title goes here</a:t>
            </a:r>
            <a:endParaRPr b="0" lang="en-US" sz="2700" spc="-1" strike="noStrike">
              <a:solidFill>
                <a:schemeClr val="dk1"/>
              </a:solidFill>
              <a:latin typeface="Calibri"/>
            </a:endParaRPr>
          </a:p>
        </p:txBody>
      </p:sp>
      <p:sp>
        <p:nvSpPr>
          <p:cNvPr id="119" name="PlaceHolder 2"/>
          <p:cNvSpPr>
            <a:spLocks noGrp="1"/>
          </p:cNvSpPr>
          <p:nvPr>
            <p:ph type="body"/>
          </p:nvPr>
        </p:nvSpPr>
        <p:spPr>
          <a:xfrm>
            <a:off x="456480" y="190980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GB" sz="9600" spc="-1" strike="noStrike">
                <a:solidFill>
                  <a:srgbClr val="a6192e"/>
                </a:solidFill>
                <a:latin typeface="Sora"/>
              </a:rPr>
              <a:t>00</a:t>
            </a:r>
            <a:endParaRPr b="1" lang="en-US" sz="9600" spc="-1" strike="noStrike">
              <a:solidFill>
                <a:schemeClr val="dk1"/>
              </a:solidFill>
              <a:latin typeface="Open Sans SemiBold"/>
            </a:endParaRPr>
          </a:p>
        </p:txBody>
      </p:sp>
      <p:pic>
        <p:nvPicPr>
          <p:cNvPr id="120" name="Picture 4" descr="A row of red circles&#10;&#10;AI-generated content may be incorrect."/>
          <p:cNvPicPr/>
          <p:nvPr/>
        </p:nvPicPr>
        <p:blipFill>
          <a:blip r:embed="rId2"/>
          <a:stretch/>
        </p:blipFill>
        <p:spPr>
          <a:xfrm rot="16200000">
            <a:off x="-2167200" y="312480"/>
            <a:ext cx="7772040" cy="43714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89" r:id="rId3"/>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1" name="PlaceHolder 1"/>
          <p:cNvSpPr>
            <a:spLocks noGrp="1"/>
          </p:cNvSpPr>
          <p:nvPr>
            <p:ph type="title"/>
          </p:nvPr>
        </p:nvSpPr>
        <p:spPr>
          <a:xfrm>
            <a:off x="467640" y="540360"/>
            <a:ext cx="345420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a:t>
            </a:r>
            <a:br>
              <a:rPr sz="2700"/>
            </a:br>
            <a:r>
              <a:rPr b="0" lang="en-GB" sz="2700" spc="-1" strike="noStrike">
                <a:solidFill>
                  <a:srgbClr val="a6192e"/>
                </a:solidFill>
                <a:latin typeface="Sora SemiBold"/>
              </a:rPr>
              <a:t>in sentence case</a:t>
            </a:r>
            <a:endParaRPr b="0" lang="en-US" sz="2700" spc="-1" strike="noStrike">
              <a:solidFill>
                <a:schemeClr val="dk1"/>
              </a:solidFill>
              <a:latin typeface="Calibri"/>
            </a:endParaRPr>
          </a:p>
        </p:txBody>
      </p:sp>
      <p:sp>
        <p:nvSpPr>
          <p:cNvPr id="122" name="PlaceHolder 2"/>
          <p:cNvSpPr>
            <a:spLocks noGrp="1"/>
          </p:cNvSpPr>
          <p:nvPr>
            <p:ph type="sldNum" idx="14"/>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A7BC2DDE-323D-4AAD-88FC-BB7E35F9D718}"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pic>
        <p:nvPicPr>
          <p:cNvPr id="123" name="Picture 8" descr="A black background with white text&#10;&#10;AI-generated content may be incorrect."/>
          <p:cNvPicPr/>
          <p:nvPr/>
        </p:nvPicPr>
        <p:blipFill>
          <a:blip r:embed="rId2"/>
          <a:stretch/>
        </p:blipFill>
        <p:spPr>
          <a:xfrm>
            <a:off x="7888680" y="4033080"/>
            <a:ext cx="1134000" cy="1134000"/>
          </a:xfrm>
          <a:prstGeom prst="rect">
            <a:avLst/>
          </a:prstGeom>
          <a:ln w="0">
            <a:noFill/>
          </a:ln>
        </p:spPr>
      </p:pic>
      <p:sp>
        <p:nvSpPr>
          <p:cNvPr id="124" name="PlaceHolder 3"/>
          <p:cNvSpPr>
            <a:spLocks noGrp="1"/>
          </p:cNvSpPr>
          <p:nvPr>
            <p:ph type="body"/>
          </p:nvPr>
        </p:nvSpPr>
        <p:spPr>
          <a:xfrm>
            <a:off x="4572000" y="0"/>
            <a:ext cx="4571640" cy="516708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125" name="PlaceHolder 4"/>
          <p:cNvSpPr>
            <a:spLocks noGrp="1"/>
          </p:cNvSpPr>
          <p:nvPr>
            <p:ph type="body"/>
          </p:nvPr>
        </p:nvSpPr>
        <p:spPr>
          <a:xfrm>
            <a:off x="46836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126" name="PlaceHolder 5"/>
          <p:cNvSpPr>
            <a:spLocks noGrp="1"/>
          </p:cNvSpPr>
          <p:nvPr>
            <p:ph type="body"/>
          </p:nvPr>
        </p:nvSpPr>
        <p:spPr>
          <a:xfrm>
            <a:off x="46836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 goes here</a:t>
            </a:r>
            <a:endParaRPr b="1" lang="en-US" sz="1400" spc="-1" strike="noStrike">
              <a:solidFill>
                <a:schemeClr val="dk1"/>
              </a:solidFill>
              <a:latin typeface="Open Sans SemiBold"/>
            </a:endParaRPr>
          </a:p>
        </p:txBody>
      </p:sp>
      <p:pic>
        <p:nvPicPr>
          <p:cNvPr id="127" name="Picture 4" descr="A row of pink circles&#10;&#10;AI-generated content may be incorrect."/>
          <p:cNvPicPr/>
          <p:nvPr/>
        </p:nvPicPr>
        <p:blipFill>
          <a:blip r:embed="rId3"/>
          <a:stretch/>
        </p:blipFill>
        <p:spPr>
          <a:xfrm>
            <a:off x="456840" y="4563720"/>
            <a:ext cx="690480" cy="3880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91" r:id="rId4"/>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52700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Title goes here </a:t>
            </a:r>
            <a:br>
              <a:rPr sz="2700"/>
            </a:br>
            <a:r>
              <a:rPr b="0" lang="en-GB" sz="2700" spc="-1" strike="noStrike">
                <a:solidFill>
                  <a:srgbClr val="a6192e"/>
                </a:solidFill>
                <a:latin typeface="Sora SemiBold"/>
              </a:rPr>
              <a:t>in sentence case</a:t>
            </a:r>
            <a:endParaRPr b="0" lang="en-US" sz="2700" spc="-1" strike="noStrike">
              <a:solidFill>
                <a:schemeClr val="dk1"/>
              </a:solidFill>
              <a:latin typeface="Calibri"/>
            </a:endParaRPr>
          </a:p>
        </p:txBody>
      </p:sp>
      <p:sp>
        <p:nvSpPr>
          <p:cNvPr id="129" name="PlaceHolder 2"/>
          <p:cNvSpPr>
            <a:spLocks noGrp="1"/>
          </p:cNvSpPr>
          <p:nvPr>
            <p:ph type="sldNum" idx="15"/>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49CDDDCB-CD06-4C2A-880E-0984695077AF}"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130" name="PlaceHolder 3"/>
          <p:cNvSpPr>
            <a:spLocks noGrp="1"/>
          </p:cNvSpPr>
          <p:nvPr>
            <p:ph type="body"/>
          </p:nvPr>
        </p:nvSpPr>
        <p:spPr>
          <a:xfrm>
            <a:off x="0" y="0"/>
            <a:ext cx="4571640" cy="5143320"/>
          </a:xfrm>
          <a:prstGeom prst="rect">
            <a:avLst/>
          </a:prstGeom>
          <a:noFill/>
          <a:ln w="0">
            <a:noFill/>
          </a:ln>
        </p:spPr>
        <p:txBody>
          <a:bodyPr lIns="90000" rIns="90000" tIns="45000" bIns="45000" anchor="t">
            <a:noAutofit/>
          </a:bodyPr>
          <a:p>
            <a:pPr indent="0" defTabSz="685800">
              <a:lnSpc>
                <a:spcPct val="100000"/>
              </a:lnSpc>
              <a:buNone/>
            </a:pPr>
            <a:r>
              <a:rPr b="0" lang="en-US" sz="1350" spc="-1" strike="noStrike">
                <a:solidFill>
                  <a:schemeClr val="dk1"/>
                </a:solidFill>
                <a:latin typeface="Calibri"/>
              </a:rPr>
              <a:t>Click icon to add picture</a:t>
            </a:r>
            <a:endParaRPr b="1" lang="en-US" sz="1350" spc="-1" strike="noStrike">
              <a:solidFill>
                <a:schemeClr val="dk1"/>
              </a:solidFill>
              <a:latin typeface="Open Sans SemiBold"/>
            </a:endParaRPr>
          </a:p>
        </p:txBody>
      </p:sp>
      <p:sp>
        <p:nvSpPr>
          <p:cNvPr id="131" name="PlaceHolder 4"/>
          <p:cNvSpPr>
            <a:spLocks noGrp="1"/>
          </p:cNvSpPr>
          <p:nvPr>
            <p:ph type="body"/>
          </p:nvPr>
        </p:nvSpPr>
        <p:spPr>
          <a:xfrm>
            <a:off x="526572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 goes here in Open Sans Semi Bold</a:t>
            </a:r>
            <a:endParaRPr b="1" lang="en-US" sz="1400" spc="-1" strike="noStrike">
              <a:solidFill>
                <a:schemeClr val="dk1"/>
              </a:solidFill>
              <a:latin typeface="Open Sans SemiBold"/>
            </a:endParaRPr>
          </a:p>
        </p:txBody>
      </p:sp>
      <p:sp>
        <p:nvSpPr>
          <p:cNvPr id="132" name="PlaceHolder 5"/>
          <p:cNvSpPr>
            <a:spLocks noGrp="1"/>
          </p:cNvSpPr>
          <p:nvPr>
            <p:ph type="body"/>
          </p:nvPr>
        </p:nvSpPr>
        <p:spPr>
          <a:xfrm>
            <a:off x="526572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 goes here</a:t>
            </a:r>
            <a:endParaRPr b="1" lang="en-US" sz="1400" spc="-1" strike="noStrike">
              <a:solidFill>
                <a:schemeClr val="dk1"/>
              </a:solidFill>
              <a:latin typeface="Open Sans SemiBold"/>
            </a:endParaRPr>
          </a:p>
        </p:txBody>
      </p:sp>
      <p:pic>
        <p:nvPicPr>
          <p:cNvPr id="133" name="Picture 4" descr="A row of yellow circles&#10;&#10;AI-generated content may be incorrect."/>
          <p:cNvPicPr/>
          <p:nvPr/>
        </p:nvPicPr>
        <p:blipFill>
          <a:blip r:embed="rId2"/>
          <a:stretch/>
        </p:blipFill>
        <p:spPr>
          <a:xfrm>
            <a:off x="5265720" y="4543200"/>
            <a:ext cx="668880" cy="37620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93" r:id="rId3"/>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adfc"/>
        </a:solidFill>
      </p:bgPr>
    </p:bg>
    <p:spTree>
      <p:nvGrpSpPr>
        <p:cNvPr id="1" name=""/>
        <p:cNvGrpSpPr/>
        <p:nvPr/>
      </p:nvGrpSpPr>
      <p:grpSpPr>
        <a:xfrm>
          <a:off x="0" y="0"/>
          <a:ext cx="0" cy="0"/>
          <a:chOff x="0" y="0"/>
          <a:chExt cx="0" cy="0"/>
        </a:xfrm>
      </p:grpSpPr>
      <p:pic>
        <p:nvPicPr>
          <p:cNvPr id="134" name="Picture 3" descr="A row of red circles&#10;&#10;AI-generated content may be incorrect."/>
          <p:cNvPicPr/>
          <p:nvPr/>
        </p:nvPicPr>
        <p:blipFill>
          <a:blip r:embed="rId2"/>
          <a:stretch/>
        </p:blipFill>
        <p:spPr>
          <a:xfrm rot="16200000">
            <a:off x="-2176560" y="386280"/>
            <a:ext cx="7772040" cy="4371480"/>
          </a:xfrm>
          <a:prstGeom prst="rect">
            <a:avLst/>
          </a:prstGeom>
          <a:ln w="0">
            <a:noFill/>
          </a:ln>
        </p:spPr>
      </p:pic>
      <p:sp>
        <p:nvSpPr>
          <p:cNvPr id="135"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GB" sz="2700" spc="-1" strike="noStrike">
                <a:solidFill>
                  <a:srgbClr val="a6192e"/>
                </a:solidFill>
                <a:latin typeface="Sora SemiBold"/>
              </a:rPr>
              <a:t>Section divider</a:t>
            </a:r>
            <a:br>
              <a:rPr sz="2700"/>
            </a:br>
            <a:r>
              <a:rPr b="0" lang="en-GB" sz="2700" spc="-1" strike="noStrike">
                <a:solidFill>
                  <a:srgbClr val="a6192e"/>
                </a:solidFill>
                <a:latin typeface="Sora SemiBold"/>
              </a:rPr>
              <a:t>title goes here</a:t>
            </a:r>
            <a:endParaRPr b="0" lang="en-US" sz="2700" spc="-1" strike="noStrike">
              <a:solidFill>
                <a:schemeClr val="dk1"/>
              </a:solidFill>
              <a:latin typeface="Calibri"/>
            </a:endParaRPr>
          </a:p>
        </p:txBody>
      </p:sp>
      <p:sp>
        <p:nvSpPr>
          <p:cNvPr id="136" name="PlaceHolder 2"/>
          <p:cNvSpPr>
            <a:spLocks noGrp="1"/>
          </p:cNvSpPr>
          <p:nvPr>
            <p:ph type="body"/>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GB" sz="9600" spc="-1" strike="noStrike">
                <a:solidFill>
                  <a:srgbClr val="ffffff"/>
                </a:solidFill>
                <a:latin typeface="Sora"/>
              </a:rPr>
              <a:t>00</a:t>
            </a:r>
            <a:endParaRPr b="1" lang="en-US" sz="9600" spc="-1" strike="noStrike">
              <a:solidFill>
                <a:schemeClr val="dk1"/>
              </a:solidFill>
              <a:latin typeface="Open Sans SemiBold"/>
            </a:endParaRPr>
          </a:p>
        </p:txBody>
      </p:sp>
    </p:spTree>
  </p:cSld>
  <p:clrMap bg1="lt1" bg2="lt2" tx1="dk1" tx2="dk2" accent1="accent1" accent2="accent2" accent3="accent3" accent4="accent4" accent5="accent5" accent6="accent6" hlink="hlink" folHlink="folHlink"/>
  <p:sldLayoutIdLst>
    <p:sldLayoutId id="2147483695"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image" Target="../media/image11.png"/><Relationship Id="rId4"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hyperlink" Target="https://imagelibrary.bristol.ac.uk/assetbank-uob/action/viewDefaultHome?browseType=folders" TargetMode="External"/><Relationship Id="rId2" Type="http://schemas.openxmlformats.org/officeDocument/2006/relationships/hyperlink" Target="https://form.asana.com/?k=VD9SsAIfvIsXDnY_pEj7Mg&amp;d=9135350440099" TargetMode="External"/><Relationship Id="rId3" Type="http://schemas.openxmlformats.org/officeDocument/2006/relationships/image" Target="../media/image11.png"/><Relationship Id="rId4" Type="http://schemas.openxmlformats.org/officeDocument/2006/relationships/slideLayout" Target="../slideLayouts/slideLayout20.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4.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slideLayout" Target="../slideLayouts/slideLayout2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6.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slideLayout" Target="../slideLayouts/slideLayout22.xml"/>
</Relationships>
</file>

<file path=ppt/slides/_rels/slide7.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slideLayout" Target="../slideLayouts/slideLayout2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4.xml"/>
</Relationships>
</file>

<file path=ppt/slides/_rels/slide9.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16.jpeg"/><Relationship Id="rId2"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image" Target="../media/image18.jpeg"/><Relationship Id="rId3" Type="http://schemas.openxmlformats.org/officeDocument/2006/relationships/image" Target="../media/image19.jpeg"/><Relationship Id="rId4" Type="http://schemas.openxmlformats.org/officeDocument/2006/relationships/slideLayout" Target="../slideLayouts/slideLayout1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image" Target="../media/image20.jpeg"/><Relationship Id="rId2"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3353040" y="1470240"/>
            <a:ext cx="4665600" cy="1101240"/>
          </a:xfrm>
          <a:prstGeom prst="rect">
            <a:avLst/>
          </a:prstGeom>
          <a:noFill/>
          <a:ln w="0">
            <a:noFill/>
          </a:ln>
        </p:spPr>
        <p:txBody>
          <a:bodyPr lIns="91440" rIns="91440" tIns="45720" bIns="45720" anchor="b">
            <a:noAutofit/>
          </a:bodyPr>
          <a:p>
            <a:pPr indent="0" defTabSz="914400">
              <a:lnSpc>
                <a:spcPct val="90000"/>
              </a:lnSpc>
              <a:buNone/>
            </a:pPr>
            <a:r>
              <a:rPr b="0" lang="en-US" sz="3600" spc="-1" strike="noStrike">
                <a:solidFill>
                  <a:schemeClr val="lt1"/>
                </a:solidFill>
                <a:latin typeface="Sora SemiBold"/>
              </a:rPr>
              <a:t>Template presentation title</a:t>
            </a:r>
            <a:endParaRPr b="0" lang="en-US" sz="3600" spc="-1" strike="noStrike">
              <a:solidFill>
                <a:schemeClr val="dk1"/>
              </a:solidFill>
              <a:latin typeface="Calibri"/>
            </a:endParaRPr>
          </a:p>
        </p:txBody>
      </p:sp>
      <p:sp>
        <p:nvSpPr>
          <p:cNvPr id="138" name="PlaceHolder 2"/>
          <p:cNvSpPr>
            <a:spLocks noGrp="1"/>
          </p:cNvSpPr>
          <p:nvPr>
            <p:ph/>
          </p:nvPr>
        </p:nvSpPr>
        <p:spPr>
          <a:xfrm>
            <a:off x="3353040" y="2927880"/>
            <a:ext cx="4665600" cy="119556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2400" spc="-1" strike="noStrike">
                <a:solidFill>
                  <a:schemeClr val="lt1"/>
                </a:solidFill>
                <a:latin typeface="Open Sans SemiBold"/>
              </a:rPr>
              <a:t>Sub-title goes here</a:t>
            </a:r>
            <a:endParaRPr b="1" lang="en-US" sz="2400" spc="-1" strike="noStrike">
              <a:solidFill>
                <a:schemeClr val="dk1"/>
              </a:solidFill>
              <a:latin typeface="Open Sans SemiBold"/>
            </a:endParaRPr>
          </a:p>
        </p:txBody>
      </p:sp>
      <p:pic>
        <p:nvPicPr>
          <p:cNvPr id="139" name="Picture Placeholder 4" descr=""/>
          <p:cNvPicPr/>
          <p:nvPr/>
        </p:nvPicPr>
        <p:blipFill>
          <a:blip r:embed="rId1"/>
          <a:stretch/>
        </p:blipFill>
        <p:spPr>
          <a:xfrm>
            <a:off x="474840" y="-1324440"/>
            <a:ext cx="2519640" cy="2519640"/>
          </a:xfrm>
          <a:prstGeom prst="rect">
            <a:avLst/>
          </a:prstGeom>
          <a:ln w="0">
            <a:solidFill>
              <a:srgbClr val="bbe977"/>
            </a:solidFill>
          </a:ln>
        </p:spPr>
      </p:pic>
      <p:sp>
        <p:nvSpPr>
          <p:cNvPr id="140" name="Picture Placeholder 5"/>
          <p:cNvSpPr/>
          <p:nvPr/>
        </p:nvSpPr>
        <p:spPr>
          <a:xfrm>
            <a:off x="474840" y="1311840"/>
            <a:ext cx="2519640" cy="2519640"/>
          </a:xfrm>
          <a:prstGeom prst="ellipse">
            <a:avLst/>
          </a:prstGeom>
          <a:blipFill rotWithShape="0">
            <a:blip r:embed="rId2"/>
            <a:srcRect/>
            <a:stretch/>
          </a:blip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pic>
        <p:nvPicPr>
          <p:cNvPr id="141" name="Picture Placeholder 8" descr=""/>
          <p:cNvPicPr/>
          <p:nvPr/>
        </p:nvPicPr>
        <p:blipFill>
          <a:blip r:embed="rId3"/>
          <a:stretch/>
        </p:blipFill>
        <p:spPr>
          <a:xfrm>
            <a:off x="474840" y="3948120"/>
            <a:ext cx="2519640" cy="2519640"/>
          </a:xfrm>
          <a:prstGeom prst="rect">
            <a:avLst/>
          </a:prstGeom>
          <a:ln w="0">
            <a:solidFill>
              <a:srgbClr val="bbe977"/>
            </a:solid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subTitle"/>
          </p:nvPr>
        </p:nvSpPr>
        <p:spPr>
          <a:xfrm>
            <a:off x="451080" y="2131560"/>
            <a:ext cx="445680" cy="1691280"/>
          </a:xfrm>
          <a:prstGeom prst="rect">
            <a:avLst/>
          </a:prstGeom>
          <a:noFill/>
          <a:ln w="0">
            <a:noFill/>
          </a:ln>
        </p:spPr>
        <p:txBody>
          <a:bodyPr lIns="91440" rIns="91440" tIns="45720" bIns="45720" anchor="t">
            <a:normAutofit/>
          </a:bodyPr>
          <a:p>
            <a:pPr defTabSz="914400">
              <a:lnSpc>
                <a:spcPct val="90000"/>
              </a:lnSpc>
              <a:spcBef>
                <a:spcPts val="1001"/>
              </a:spcBef>
              <a:tabLst>
                <a:tab algn="l" pos="0"/>
              </a:tabLst>
            </a:pPr>
            <a:r>
              <a:rPr b="1" lang="en-US" sz="600" spc="-1" strike="noStrike">
                <a:solidFill>
                  <a:srgbClr val="a6192e"/>
                </a:solidFill>
                <a:latin typeface="Open Sans SemiBold"/>
              </a:rPr>
              <a:t>Notes.</a:t>
            </a:r>
            <a:endParaRPr b="0" lang="en-GB" sz="600" spc="-1" strike="noStrike">
              <a:solidFill>
                <a:srgbClr val="000000"/>
              </a:solidFill>
              <a:latin typeface="Arial"/>
            </a:endParaRPr>
          </a:p>
        </p:txBody>
      </p:sp>
      <p:sp>
        <p:nvSpPr>
          <p:cNvPr id="143" name="PlaceHolder 2"/>
          <p:cNvSpPr>
            <a:spLocks noGrp="1"/>
          </p:cNvSpPr>
          <p:nvPr>
            <p:ph/>
          </p:nvPr>
        </p:nvSpPr>
        <p:spPr>
          <a:xfrm>
            <a:off x="1003680" y="2131560"/>
            <a:ext cx="2952360" cy="16912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900" spc="-1" strike="noStrike">
                <a:solidFill>
                  <a:schemeClr val="dk1"/>
                </a:solidFill>
                <a:latin typeface="Open Sans SemiBold"/>
              </a:rPr>
              <a:t>To change any images, press ‘insert picture’ and use any images from our Asset Bank, found here: </a:t>
            </a:r>
            <a:r>
              <a:rPr b="1" lang="en-US" sz="900" spc="-1" strike="noStrike" u="sng">
                <a:solidFill>
                  <a:schemeClr val="dk1"/>
                </a:solidFill>
                <a:uFillTx/>
                <a:latin typeface="Open Sans SemiBold"/>
                <a:hlinkClick r:id="rId1"/>
              </a:rPr>
              <a:t>https://imagelibrary.bristol.ac.uk/assetbank-uob/action/viewDefaultHome?browseType=folders</a:t>
            </a:r>
            <a:r>
              <a:rPr b="1" lang="en-US" sz="900" spc="-1" strike="noStrike">
                <a:solidFill>
                  <a:schemeClr val="dk1"/>
                </a:solidFill>
                <a:latin typeface="Open Sans SemiBold"/>
              </a:rPr>
              <a:t> </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US" sz="900" spc="-1" strike="noStrike">
                <a:solidFill>
                  <a:schemeClr val="dk1"/>
                </a:solidFill>
                <a:latin typeface="Open Sans SemiBold"/>
              </a:rPr>
              <a:t>If you have feedback on our template, please share this with us via query on the following form: </a:t>
            </a:r>
            <a:r>
              <a:rPr b="1" lang="en-US" sz="900" spc="-1" strike="noStrike" u="sng">
                <a:solidFill>
                  <a:schemeClr val="dk1"/>
                </a:solidFill>
                <a:uFillTx/>
                <a:latin typeface="Open Sans SemiBold"/>
                <a:hlinkClick r:id="rId2"/>
              </a:rPr>
              <a:t>https://form.asana.com/?k=VD9SsAIfvIsXDnY_pEj7Mg&amp;d=9135350440099</a:t>
            </a:r>
            <a:r>
              <a:rPr b="1" lang="en-US" sz="900" spc="-1" strike="noStrike">
                <a:solidFill>
                  <a:schemeClr val="dk1"/>
                </a:solidFill>
                <a:latin typeface="Open Sans SemiBold"/>
              </a:rPr>
              <a:t> as we are often reviewing and improving our templated documents. </a:t>
            </a:r>
            <a:endParaRPr b="1" lang="en-US" sz="900" spc="-1" strike="noStrike">
              <a:solidFill>
                <a:schemeClr val="dk1"/>
              </a:solidFill>
              <a:latin typeface="Open Sans SemiBold"/>
            </a:endParaRPr>
          </a:p>
        </p:txBody>
      </p:sp>
      <p:sp>
        <p:nvSpPr>
          <p:cNvPr id="144" name="PlaceHolder 3"/>
          <p:cNvSpPr>
            <a:spLocks noGrp="1"/>
          </p:cNvSpPr>
          <p:nvPr>
            <p:ph type="title"/>
          </p:nvPr>
        </p:nvSpPr>
        <p:spPr>
          <a:xfrm>
            <a:off x="451080" y="781200"/>
            <a:ext cx="437652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How to use this presentation</a:t>
            </a:r>
            <a:endParaRPr b="0" lang="en-US" sz="2700" spc="-1" strike="noStrike">
              <a:solidFill>
                <a:schemeClr val="dk1"/>
              </a:solidFill>
              <a:latin typeface="Calibri"/>
            </a:endParaRPr>
          </a:p>
        </p:txBody>
      </p:sp>
      <p:pic>
        <p:nvPicPr>
          <p:cNvPr id="145" name="Picture Placeholder 7" descr=""/>
          <p:cNvPicPr/>
          <p:nvPr/>
        </p:nvPicPr>
        <p:blipFill>
          <a:blip r:embed="rId3"/>
          <a:stretch/>
        </p:blipFill>
        <p:spPr>
          <a:xfrm>
            <a:off x="5248440" y="0"/>
            <a:ext cx="3895200" cy="516708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a:t>
            </a:r>
            <a:br>
              <a:rPr sz="2700"/>
            </a:br>
            <a:r>
              <a:rPr b="0" lang="en-US" sz="2700" spc="-1" strike="noStrike">
                <a:solidFill>
                  <a:srgbClr val="a6192e"/>
                </a:solidFill>
                <a:latin typeface="Sora SemiBold"/>
              </a:rPr>
              <a:t>of a section divider</a:t>
            </a:r>
            <a:endParaRPr b="0" lang="en-US" sz="2700" spc="-1" strike="noStrike">
              <a:solidFill>
                <a:schemeClr val="dk1"/>
              </a:solidFill>
              <a:latin typeface="Calibri"/>
            </a:endParaRPr>
          </a:p>
        </p:txBody>
      </p:sp>
      <p:sp>
        <p:nvSpPr>
          <p:cNvPr id="147" name="PlaceHolder 2"/>
          <p:cNvSpPr>
            <a:spLocks noGrp="1"/>
          </p:cNvSpPr>
          <p:nvPr>
            <p:ph/>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US" sz="9600" spc="-1" strike="noStrike">
                <a:solidFill>
                  <a:srgbClr val="ffffff"/>
                </a:solidFill>
                <a:latin typeface="Sora"/>
              </a:rPr>
              <a:t>01</a:t>
            </a:r>
            <a:endParaRPr b="1" lang="en-US" sz="9600" spc="-1" strike="noStrike">
              <a:solidFill>
                <a:schemeClr val="dk1"/>
              </a:solidFill>
              <a:latin typeface="Open Sans SemiBold"/>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subTitle"/>
          </p:nvPr>
        </p:nvSpPr>
        <p:spPr>
          <a:xfrm>
            <a:off x="451080" y="2131560"/>
            <a:ext cx="445680" cy="1691280"/>
          </a:xfrm>
          <a:prstGeom prst="rect">
            <a:avLst/>
          </a:prstGeom>
          <a:noFill/>
          <a:ln w="0">
            <a:noFill/>
          </a:ln>
        </p:spPr>
        <p:txBody>
          <a:bodyPr lIns="91440" rIns="91440" tIns="45720" bIns="45720" anchor="t">
            <a:noAutofit/>
          </a:bodyPr>
          <a:p>
            <a:pPr defTabSz="914400">
              <a:lnSpc>
                <a:spcPct val="90000"/>
              </a:lnSpc>
              <a:spcBef>
                <a:spcPts val="1001"/>
              </a:spcBef>
              <a:tabLst>
                <a:tab algn="l" pos="0"/>
              </a:tabLst>
            </a:pPr>
            <a:r>
              <a:rPr b="1" lang="en-US" sz="900" spc="-1" strike="noStrike">
                <a:solidFill>
                  <a:srgbClr val="a6192e"/>
                </a:solidFill>
                <a:latin typeface="Open Sans SemiBold"/>
              </a:rPr>
              <a:t>01</a:t>
            </a:r>
            <a:endParaRPr b="0" lang="en-GB" sz="900" spc="-1" strike="noStrike">
              <a:solidFill>
                <a:srgbClr val="000000"/>
              </a:solidFill>
              <a:latin typeface="Arial"/>
            </a:endParaRPr>
          </a:p>
          <a:p>
            <a:pPr defTabSz="914400">
              <a:lnSpc>
                <a:spcPct val="90000"/>
              </a:lnSpc>
              <a:spcBef>
                <a:spcPts val="1001"/>
              </a:spcBef>
              <a:tabLst>
                <a:tab algn="l" pos="0"/>
              </a:tabLst>
            </a:pPr>
            <a:r>
              <a:rPr b="1" lang="en-US" sz="900" spc="-1" strike="noStrike">
                <a:solidFill>
                  <a:srgbClr val="a6192e"/>
                </a:solidFill>
                <a:latin typeface="Open Sans SemiBold"/>
              </a:rPr>
              <a:t>02</a:t>
            </a:r>
            <a:endParaRPr b="0" lang="en-GB" sz="900" spc="-1" strike="noStrike">
              <a:solidFill>
                <a:srgbClr val="000000"/>
              </a:solidFill>
              <a:latin typeface="Arial"/>
            </a:endParaRPr>
          </a:p>
          <a:p>
            <a:pPr defTabSz="914400">
              <a:lnSpc>
                <a:spcPct val="90000"/>
              </a:lnSpc>
              <a:spcBef>
                <a:spcPts val="1001"/>
              </a:spcBef>
              <a:tabLst>
                <a:tab algn="l" pos="0"/>
              </a:tabLst>
            </a:pPr>
            <a:r>
              <a:rPr b="1" lang="en-US" sz="900" spc="-1" strike="noStrike">
                <a:solidFill>
                  <a:srgbClr val="a6192e"/>
                </a:solidFill>
                <a:latin typeface="Open Sans SemiBold"/>
              </a:rPr>
              <a:t>03</a:t>
            </a:r>
            <a:endParaRPr b="0" lang="en-GB" sz="900" spc="-1" strike="noStrike">
              <a:solidFill>
                <a:srgbClr val="000000"/>
              </a:solidFill>
              <a:latin typeface="Arial"/>
            </a:endParaRPr>
          </a:p>
          <a:p>
            <a:pPr defTabSz="914400">
              <a:lnSpc>
                <a:spcPct val="90000"/>
              </a:lnSpc>
              <a:spcBef>
                <a:spcPts val="1001"/>
              </a:spcBef>
              <a:tabLst>
                <a:tab algn="l" pos="0"/>
              </a:tabLst>
            </a:pPr>
            <a:r>
              <a:rPr b="1" lang="en-US" sz="900" spc="-1" strike="noStrike">
                <a:solidFill>
                  <a:srgbClr val="a6192e"/>
                </a:solidFill>
                <a:latin typeface="Open Sans SemiBold"/>
              </a:rPr>
              <a:t>04</a:t>
            </a:r>
            <a:endParaRPr b="0" lang="en-GB" sz="900" spc="-1" strike="noStrike">
              <a:solidFill>
                <a:srgbClr val="000000"/>
              </a:solidFill>
              <a:latin typeface="Arial"/>
            </a:endParaRPr>
          </a:p>
        </p:txBody>
      </p:sp>
      <p:sp>
        <p:nvSpPr>
          <p:cNvPr id="149" name="PlaceHolder 2"/>
          <p:cNvSpPr>
            <a:spLocks noGrp="1"/>
          </p:cNvSpPr>
          <p:nvPr>
            <p:ph/>
          </p:nvPr>
        </p:nvSpPr>
        <p:spPr>
          <a:xfrm>
            <a:off x="1003680" y="2131560"/>
            <a:ext cx="896760" cy="1691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900" spc="-1" strike="noStrike">
                <a:solidFill>
                  <a:schemeClr val="dk1"/>
                </a:solidFill>
                <a:latin typeface="Open Sans SemiBold"/>
              </a:rPr>
              <a:t>Content 1</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US" sz="900" spc="-1" strike="noStrike">
                <a:solidFill>
                  <a:schemeClr val="dk1"/>
                </a:solidFill>
                <a:latin typeface="Open Sans SemiBold"/>
              </a:rPr>
              <a:t>Content 2</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US" sz="900" spc="-1" strike="noStrike">
                <a:solidFill>
                  <a:schemeClr val="dk1"/>
                </a:solidFill>
                <a:latin typeface="Open Sans SemiBold"/>
              </a:rPr>
              <a:t>Content 3</a:t>
            </a:r>
            <a:endParaRPr b="1" lang="en-US" sz="900" spc="-1" strike="noStrike">
              <a:solidFill>
                <a:schemeClr val="dk1"/>
              </a:solidFill>
              <a:latin typeface="Open Sans SemiBold"/>
            </a:endParaRPr>
          </a:p>
          <a:p>
            <a:pPr indent="0" defTabSz="914400">
              <a:lnSpc>
                <a:spcPct val="90000"/>
              </a:lnSpc>
              <a:spcBef>
                <a:spcPts val="1001"/>
              </a:spcBef>
              <a:buNone/>
              <a:tabLst>
                <a:tab algn="l" pos="0"/>
              </a:tabLst>
            </a:pPr>
            <a:r>
              <a:rPr b="1" lang="en-US" sz="900" spc="-1" strike="noStrike">
                <a:solidFill>
                  <a:schemeClr val="dk1"/>
                </a:solidFill>
                <a:latin typeface="Open Sans SemiBold"/>
              </a:rPr>
              <a:t>Content 4</a:t>
            </a:r>
            <a:endParaRPr b="1" lang="en-US" sz="900" spc="-1" strike="noStrike">
              <a:solidFill>
                <a:schemeClr val="dk1"/>
              </a:solidFill>
              <a:latin typeface="Open Sans SemiBold"/>
            </a:endParaRPr>
          </a:p>
        </p:txBody>
      </p:sp>
      <p:sp>
        <p:nvSpPr>
          <p:cNvPr id="150" name="PlaceHolder 3"/>
          <p:cNvSpPr>
            <a:spLocks noGrp="1"/>
          </p:cNvSpPr>
          <p:nvPr>
            <p:ph type="title"/>
          </p:nvPr>
        </p:nvSpPr>
        <p:spPr>
          <a:xfrm>
            <a:off x="451080" y="781200"/>
            <a:ext cx="437652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content page with</a:t>
            </a:r>
            <a:br>
              <a:rPr sz="2700"/>
            </a:br>
            <a:r>
              <a:rPr b="0" lang="en-US" sz="2700" spc="-1" strike="noStrike">
                <a:solidFill>
                  <a:srgbClr val="a6192e"/>
                </a:solidFill>
                <a:latin typeface="Sora SemiBold"/>
              </a:rPr>
              <a:t>an image on the right</a:t>
            </a:r>
            <a:endParaRPr b="0" lang="en-US" sz="2700" spc="-1" strike="noStrike">
              <a:solidFill>
                <a:schemeClr val="dk1"/>
              </a:solidFill>
              <a:latin typeface="Calibri"/>
            </a:endParaRPr>
          </a:p>
        </p:txBody>
      </p:sp>
      <p:pic>
        <p:nvPicPr>
          <p:cNvPr id="151" name="Picture Placeholder 9" descr="A person working on a circuit board&#10;&#10;AI-generated content may be incorrect."/>
          <p:cNvPicPr/>
          <p:nvPr/>
        </p:nvPicPr>
        <p:blipFill>
          <a:blip r:embed="rId1"/>
          <a:stretch/>
        </p:blipFill>
        <p:spPr>
          <a:xfrm>
            <a:off x="5248440" y="0"/>
            <a:ext cx="3895200" cy="5167080"/>
          </a:xfrm>
          <a:prstGeom prst="rect">
            <a:avLst/>
          </a:prstGeom>
          <a:ln w="0">
            <a:noFill/>
          </a:ln>
        </p:spPr>
      </p:pic>
      <p:sp>
        <p:nvSpPr>
          <p:cNvPr id="5" name="PlaceHolder 4"/>
          <p:cNvSpPr>
            <a:spLocks noGrp="1"/>
          </p:cNvSpPr>
          <p:nvPr>
            <p:ph type="sldNum" idx="13"/>
          </p:nvPr>
        </p:nvSpPr>
        <p:spPr/>
        <p:txBody>
          <a:bodyPr/>
          <a:p>
            <a:fld id="{B4F74B57-1715-4799-99CF-EE4506BE5175}"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a:t>
            </a:r>
            <a:br>
              <a:rPr sz="2700"/>
            </a:br>
            <a:r>
              <a:rPr b="0" lang="en-US" sz="2700" spc="-1" strike="noStrike">
                <a:solidFill>
                  <a:srgbClr val="a6192e"/>
                </a:solidFill>
                <a:latin typeface="Sora SemiBold"/>
              </a:rPr>
              <a:t>of a section divider</a:t>
            </a:r>
            <a:endParaRPr b="0" lang="en-US" sz="2700" spc="-1" strike="noStrike">
              <a:solidFill>
                <a:schemeClr val="dk1"/>
              </a:solidFill>
              <a:latin typeface="Calibri"/>
            </a:endParaRPr>
          </a:p>
        </p:txBody>
      </p:sp>
      <p:sp>
        <p:nvSpPr>
          <p:cNvPr id="153" name="PlaceHolder 2"/>
          <p:cNvSpPr>
            <a:spLocks noGrp="1"/>
          </p:cNvSpPr>
          <p:nvPr>
            <p:ph/>
          </p:nvPr>
        </p:nvSpPr>
        <p:spPr>
          <a:xfrm>
            <a:off x="456480" y="190980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US" sz="9600" spc="-1" strike="noStrike">
                <a:solidFill>
                  <a:srgbClr val="a6192e"/>
                </a:solidFill>
                <a:latin typeface="Sora"/>
              </a:rPr>
              <a:t>02</a:t>
            </a:r>
            <a:endParaRPr b="1" lang="en-US" sz="9600" spc="-1" strike="noStrike">
              <a:solidFill>
                <a:schemeClr val="dk1"/>
              </a:solidFill>
              <a:latin typeface="Open Sans SemiBold"/>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467640" y="540360"/>
            <a:ext cx="345420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with image</a:t>
            </a:r>
            <a:endParaRPr b="0" lang="en-US" sz="2700" spc="-1" strike="noStrike">
              <a:solidFill>
                <a:schemeClr val="dk1"/>
              </a:solidFill>
              <a:latin typeface="Calibri"/>
            </a:endParaRPr>
          </a:p>
        </p:txBody>
      </p:sp>
      <p:sp>
        <p:nvSpPr>
          <p:cNvPr id="155" name="PlaceHolder 2"/>
          <p:cNvSpPr>
            <a:spLocks noGrp="1"/>
          </p:cNvSpPr>
          <p:nvPr>
            <p:ph/>
          </p:nvPr>
        </p:nvSpPr>
        <p:spPr>
          <a:xfrm>
            <a:off x="46836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a:t>
            </a:r>
            <a:endParaRPr b="1" lang="en-US" sz="1400" spc="-1" strike="noStrike">
              <a:solidFill>
                <a:schemeClr val="dk1"/>
              </a:solidFill>
              <a:latin typeface="Open Sans SemiBold"/>
            </a:endParaRPr>
          </a:p>
        </p:txBody>
      </p:sp>
      <p:sp>
        <p:nvSpPr>
          <p:cNvPr id="156" name="PlaceHolder 3"/>
          <p:cNvSpPr>
            <a:spLocks noGrp="1"/>
          </p:cNvSpPr>
          <p:nvPr>
            <p:ph/>
          </p:nvPr>
        </p:nvSpPr>
        <p:spPr>
          <a:xfrm>
            <a:off x="46836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a:t>
            </a:r>
            <a:endParaRPr b="1" lang="en-US" sz="1400" spc="-1" strike="noStrike">
              <a:solidFill>
                <a:schemeClr val="dk1"/>
              </a:solidFill>
              <a:latin typeface="Open Sans SemiBold"/>
            </a:endParaRPr>
          </a:p>
        </p:txBody>
      </p:sp>
      <p:pic>
        <p:nvPicPr>
          <p:cNvPr id="157" name="Picture Placeholder 9" descr="A group of women standing in front of a mural&#10;&#10;AI-generated content may be incorrect."/>
          <p:cNvPicPr/>
          <p:nvPr/>
        </p:nvPicPr>
        <p:blipFill>
          <a:blip r:embed="rId1"/>
          <a:stretch/>
        </p:blipFill>
        <p:spPr>
          <a:xfrm>
            <a:off x="4572000" y="0"/>
            <a:ext cx="4571640" cy="5167080"/>
          </a:xfrm>
          <a:prstGeom prst="rect">
            <a:avLst/>
          </a:prstGeom>
          <a:ln w="0">
            <a:noFill/>
          </a:ln>
        </p:spPr>
      </p:pic>
      <p:sp>
        <p:nvSpPr>
          <p:cNvPr id="5" name="PlaceHolder 4"/>
          <p:cNvSpPr>
            <a:spLocks noGrp="1"/>
          </p:cNvSpPr>
          <p:nvPr>
            <p:ph type="sldNum" idx="14"/>
          </p:nvPr>
        </p:nvSpPr>
        <p:spPr/>
        <p:txBody>
          <a:bodyPr/>
          <a:p>
            <a:fld id="{E081B01D-4968-4FB9-BDF8-9406A7C4A5E7}"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52700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with image</a:t>
            </a:r>
            <a:endParaRPr b="0" lang="en-US" sz="2700" spc="-1" strike="noStrike">
              <a:solidFill>
                <a:schemeClr val="dk1"/>
              </a:solidFill>
              <a:latin typeface="Calibri"/>
            </a:endParaRPr>
          </a:p>
        </p:txBody>
      </p:sp>
      <p:sp>
        <p:nvSpPr>
          <p:cNvPr id="159" name="PlaceHolder 2"/>
          <p:cNvSpPr>
            <a:spLocks noGrp="1"/>
          </p:cNvSpPr>
          <p:nvPr>
            <p:ph type="sldNum" idx="16"/>
          </p:nvPr>
        </p:nvSpPr>
        <p:spPr>
          <a:xfrm>
            <a:off x="6880680" y="4767120"/>
            <a:ext cx="2057040" cy="274320"/>
          </a:xfrm>
          <a:prstGeom prst="rect">
            <a:avLst/>
          </a:prstGeom>
          <a:noFill/>
          <a:ln w="0">
            <a:noFill/>
          </a:ln>
        </p:spPr>
        <p:txBody>
          <a:bodyPr lIns="91440" rIns="91440" tIns="45720" bIns="45720" anchor="ctr">
            <a:noAutofit/>
          </a:bodyPr>
          <a:lstStyle>
            <a:lvl1pPr indent="0" algn="r" defTabSz="685800">
              <a:lnSpc>
                <a:spcPct val="100000"/>
              </a:lnSpc>
              <a:buNone/>
              <a:defRPr b="0" lang="en-US" sz="1200" spc="-1" strike="noStrike">
                <a:solidFill>
                  <a:schemeClr val="dk1">
                    <a:tint val="75000"/>
                  </a:schemeClr>
                </a:solidFill>
                <a:latin typeface="Open Sans Medium"/>
              </a:defRPr>
            </a:lvl1pPr>
          </a:lstStyle>
          <a:p>
            <a:pPr indent="0" algn="r" defTabSz="685800">
              <a:lnSpc>
                <a:spcPct val="100000"/>
              </a:lnSpc>
              <a:buNone/>
            </a:pPr>
            <a:fld id="{CE7C8F15-22DE-481E-A0C7-3E29705A43D2}" type="slidenum">
              <a:rPr b="0" lang="en-US" sz="1200" spc="-1" strike="noStrike">
                <a:solidFill>
                  <a:schemeClr val="dk1">
                    <a:tint val="75000"/>
                  </a:schemeClr>
                </a:solidFill>
                <a:latin typeface="Open Sans Medium"/>
              </a:rPr>
              <a:t>&lt;number&gt;</a:t>
            </a:fld>
            <a:endParaRPr b="0" lang="en-GB" sz="1200" spc="-1" strike="noStrike">
              <a:solidFill>
                <a:srgbClr val="000000"/>
              </a:solidFill>
              <a:latin typeface="Times New Roman"/>
            </a:endParaRPr>
          </a:p>
        </p:txBody>
      </p:sp>
      <p:sp>
        <p:nvSpPr>
          <p:cNvPr id="160" name="PlaceHolder 3"/>
          <p:cNvSpPr>
            <a:spLocks noGrp="1"/>
          </p:cNvSpPr>
          <p:nvPr>
            <p:ph/>
          </p:nvPr>
        </p:nvSpPr>
        <p:spPr>
          <a:xfrm>
            <a:off x="526572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a:t>
            </a:r>
            <a:endParaRPr b="1" lang="en-US" sz="1400" spc="-1" strike="noStrike">
              <a:solidFill>
                <a:schemeClr val="dk1"/>
              </a:solidFill>
              <a:latin typeface="Open Sans SemiBold"/>
            </a:endParaRPr>
          </a:p>
        </p:txBody>
      </p:sp>
      <p:sp>
        <p:nvSpPr>
          <p:cNvPr id="161" name="PlaceHolder 4"/>
          <p:cNvSpPr>
            <a:spLocks noGrp="1"/>
          </p:cNvSpPr>
          <p:nvPr>
            <p:ph/>
          </p:nvPr>
        </p:nvSpPr>
        <p:spPr>
          <a:xfrm>
            <a:off x="526572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a:t>
            </a:r>
            <a:endParaRPr b="1" lang="en-US" sz="1400" spc="-1" strike="noStrike">
              <a:solidFill>
                <a:schemeClr val="dk1"/>
              </a:solidFill>
              <a:latin typeface="Open Sans SemiBold"/>
            </a:endParaRPr>
          </a:p>
        </p:txBody>
      </p:sp>
      <p:pic>
        <p:nvPicPr>
          <p:cNvPr id="162" name="Picture Placeholder 9" descr="A group of people working in the mud&#10;&#10;AI-generated content may be incorrect."/>
          <p:cNvPicPr/>
          <p:nvPr/>
        </p:nvPicPr>
        <p:blipFill>
          <a:blip r:embed="rId1"/>
          <a:stretch/>
        </p:blipFill>
        <p:spPr>
          <a:xfrm>
            <a:off x="0" y="0"/>
            <a:ext cx="4571640" cy="514332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a:t>
            </a:r>
            <a:br>
              <a:rPr sz="2700"/>
            </a:br>
            <a:r>
              <a:rPr b="0" lang="en-US" sz="2700" spc="-1" strike="noStrike">
                <a:solidFill>
                  <a:srgbClr val="a6192e"/>
                </a:solidFill>
                <a:latin typeface="Sora SemiBold"/>
              </a:rPr>
              <a:t>of a section divider</a:t>
            </a:r>
            <a:endParaRPr b="0" lang="en-US" sz="2700" spc="-1" strike="noStrike">
              <a:solidFill>
                <a:schemeClr val="dk1"/>
              </a:solidFill>
              <a:latin typeface="Calibri"/>
            </a:endParaRPr>
          </a:p>
        </p:txBody>
      </p:sp>
      <p:sp>
        <p:nvSpPr>
          <p:cNvPr id="164" name="PlaceHolder 2"/>
          <p:cNvSpPr>
            <a:spLocks noGrp="1"/>
          </p:cNvSpPr>
          <p:nvPr>
            <p:ph/>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US" sz="9600" spc="-1" strike="noStrike">
                <a:solidFill>
                  <a:srgbClr val="ffffff"/>
                </a:solidFill>
                <a:latin typeface="Sora"/>
              </a:rPr>
              <a:t>03</a:t>
            </a:r>
            <a:endParaRPr b="1" lang="en-US" sz="9600" spc="-1" strike="noStrike">
              <a:solidFill>
                <a:schemeClr val="dk1"/>
              </a:solidFill>
              <a:latin typeface="Open Sans SemiBold"/>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title"/>
          </p:nvPr>
        </p:nvSpPr>
        <p:spPr>
          <a:xfrm>
            <a:off x="467640" y="540360"/>
            <a:ext cx="410400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with chart</a:t>
            </a:r>
            <a:endParaRPr b="0" lang="en-US" sz="2700" spc="-1" strike="noStrike">
              <a:solidFill>
                <a:schemeClr val="dk1"/>
              </a:solidFill>
              <a:latin typeface="Calibri"/>
            </a:endParaRPr>
          </a:p>
        </p:txBody>
      </p:sp>
      <p:graphicFrame>
        <p:nvGraphicFramePr>
          <p:cNvPr id="166" name="Chart Placeholder 6"/>
          <p:cNvGraphicFramePr/>
          <p:nvPr/>
        </p:nvGraphicFramePr>
        <p:xfrm>
          <a:off x="4914720" y="804960"/>
          <a:ext cx="3760560" cy="3533400"/>
        </p:xfrm>
        <a:graphic>
          <a:graphicData uri="http://schemas.openxmlformats.org/drawingml/2006/chart">
            <c:chart xmlns:c="http://schemas.openxmlformats.org/drawingml/2006/chart" xmlns:r="http://schemas.openxmlformats.org/officeDocument/2006/relationships" r:id="rId1"/>
          </a:graphicData>
        </a:graphic>
      </p:graphicFrame>
      <p:sp>
        <p:nvSpPr>
          <p:cNvPr id="167" name="PlaceHolder 2"/>
          <p:cNvSpPr>
            <a:spLocks noGrp="1"/>
          </p:cNvSpPr>
          <p:nvPr>
            <p:ph/>
          </p:nvPr>
        </p:nvSpPr>
        <p:spPr>
          <a:xfrm>
            <a:off x="468360" y="18838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chemeClr val="dk1"/>
                </a:solidFill>
                <a:latin typeface="Open Sans SemiBold"/>
              </a:rPr>
              <a:t>Title</a:t>
            </a:r>
            <a:endParaRPr b="1" lang="en-US" sz="1400" spc="-1" strike="noStrike">
              <a:solidFill>
                <a:schemeClr val="dk1"/>
              </a:solidFill>
              <a:latin typeface="Open Sans SemiBold"/>
            </a:endParaRPr>
          </a:p>
        </p:txBody>
      </p:sp>
      <p:sp>
        <p:nvSpPr>
          <p:cNvPr id="168" name="PlaceHolder 3"/>
          <p:cNvSpPr>
            <a:spLocks noGrp="1"/>
          </p:cNvSpPr>
          <p:nvPr>
            <p:ph/>
          </p:nvPr>
        </p:nvSpPr>
        <p:spPr>
          <a:xfrm>
            <a:off x="468360" y="2596680"/>
            <a:ext cx="355464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1" strike="noStrike">
                <a:solidFill>
                  <a:schemeClr val="dk1"/>
                </a:solidFill>
                <a:latin typeface="Open Sans"/>
                <a:ea typeface="Open Sans"/>
              </a:rPr>
              <a:t>Paragraph</a:t>
            </a:r>
            <a:endParaRPr b="1" lang="en-US" sz="1400" spc="-1" strike="noStrike">
              <a:solidFill>
                <a:schemeClr val="dk1"/>
              </a:solidFill>
              <a:latin typeface="Open Sans SemiBold"/>
            </a:endParaRPr>
          </a:p>
        </p:txBody>
      </p:sp>
      <p:sp>
        <p:nvSpPr>
          <p:cNvPr id="5" name="PlaceHolder 4"/>
          <p:cNvSpPr>
            <a:spLocks noGrp="1"/>
          </p:cNvSpPr>
          <p:nvPr>
            <p:ph type="sldNum" idx="1"/>
          </p:nvPr>
        </p:nvSpPr>
        <p:spPr/>
        <p:txBody>
          <a:bodyPr/>
          <a:p>
            <a:fld id="{B7B4EBFF-7259-42F8-83AB-8DDD7177C95F}"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title"/>
          </p:nvPr>
        </p:nvSpPr>
        <p:spPr>
          <a:xfrm>
            <a:off x="52700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with bullet point</a:t>
            </a:r>
            <a:endParaRPr b="0" lang="en-US" sz="2700" spc="-1" strike="noStrike">
              <a:solidFill>
                <a:schemeClr val="dk1"/>
              </a:solidFill>
              <a:latin typeface="Calibri"/>
            </a:endParaRPr>
          </a:p>
        </p:txBody>
      </p:sp>
      <p:sp>
        <p:nvSpPr>
          <p:cNvPr id="170" name="PlaceHolder 2"/>
          <p:cNvSpPr>
            <a:spLocks noGrp="1"/>
          </p:cNvSpPr>
          <p:nvPr>
            <p:ph/>
          </p:nvPr>
        </p:nvSpPr>
        <p:spPr>
          <a:xfrm>
            <a:off x="5265720" y="1925640"/>
            <a:ext cx="3188520" cy="1292040"/>
          </a:xfrm>
          <a:prstGeom prst="rect">
            <a:avLst/>
          </a:prstGeom>
          <a:noFill/>
          <a:ln w="0">
            <a:noFill/>
          </a:ln>
        </p:spPr>
        <p:txBody>
          <a:bodyPr lIns="91440" rIns="91440" tIns="45720" bIns="45720" anchor="t">
            <a:noAutofit/>
          </a:bodyPr>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1" lang="en-US" sz="1600" spc="-1" strike="noStrike">
                <a:solidFill>
                  <a:schemeClr val="dk1"/>
                </a:solidFill>
                <a:latin typeface="Open Sans SemiBold"/>
              </a:rPr>
              <a:t>Point 1</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1" lang="en-US" sz="1600" spc="-1" strike="noStrike">
                <a:solidFill>
                  <a:schemeClr val="dk1"/>
                </a:solidFill>
                <a:latin typeface="Open Sans SemiBold"/>
              </a:rPr>
              <a:t>Point 2</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1" lang="en-US" sz="1600" spc="-1" strike="noStrike">
                <a:solidFill>
                  <a:schemeClr val="dk1"/>
                </a:solidFill>
                <a:latin typeface="Open Sans SemiBold"/>
              </a:rPr>
              <a:t>Point 3</a:t>
            </a:r>
            <a:endParaRPr b="1" lang="en-US" sz="1600" spc="-1" strike="noStrike">
              <a:solidFill>
                <a:schemeClr val="dk1"/>
              </a:solidFill>
              <a:latin typeface="Open Sans SemiBold"/>
            </a:endParaRPr>
          </a:p>
        </p:txBody>
      </p:sp>
      <p:pic>
        <p:nvPicPr>
          <p:cNvPr id="171" name="Picture Placeholder 8" descr="A person holding a fossil&#10;&#10;AI-generated content may be incorrect."/>
          <p:cNvPicPr/>
          <p:nvPr/>
        </p:nvPicPr>
        <p:blipFill>
          <a:blip r:embed="rId1"/>
          <a:stretch/>
        </p:blipFill>
        <p:spPr>
          <a:xfrm>
            <a:off x="0" y="0"/>
            <a:ext cx="4571640" cy="5143320"/>
          </a:xfrm>
          <a:prstGeom prst="rect">
            <a:avLst/>
          </a:prstGeom>
          <a:ln w="0">
            <a:noFill/>
          </a:ln>
        </p:spPr>
      </p:pic>
      <p:sp>
        <p:nvSpPr>
          <p:cNvPr id="4" name="PlaceHolder 3"/>
          <p:cNvSpPr>
            <a:spLocks noGrp="1"/>
          </p:cNvSpPr>
          <p:nvPr>
            <p:ph type="sldNum" idx="2"/>
          </p:nvPr>
        </p:nvSpPr>
        <p:spPr/>
        <p:txBody>
          <a:bodyPr/>
          <a:p>
            <a:fld id="{383EC186-09EC-40BD-9AF8-C24443031A94}"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a:t>
            </a:r>
            <a:br>
              <a:rPr sz="2700"/>
            </a:br>
            <a:r>
              <a:rPr b="0" lang="en-US" sz="2700" spc="-1" strike="noStrike">
                <a:solidFill>
                  <a:srgbClr val="a6192e"/>
                </a:solidFill>
                <a:latin typeface="Sora SemiBold"/>
              </a:rPr>
              <a:t>of a section divider</a:t>
            </a:r>
            <a:endParaRPr b="0" lang="en-US" sz="2700" spc="-1" strike="noStrike">
              <a:solidFill>
                <a:schemeClr val="dk1"/>
              </a:solidFill>
              <a:latin typeface="Calibri"/>
            </a:endParaRPr>
          </a:p>
        </p:txBody>
      </p:sp>
      <p:sp>
        <p:nvSpPr>
          <p:cNvPr id="173" name="PlaceHolder 2"/>
          <p:cNvSpPr>
            <a:spLocks noGrp="1"/>
          </p:cNvSpPr>
          <p:nvPr>
            <p:ph/>
          </p:nvPr>
        </p:nvSpPr>
        <p:spPr>
          <a:xfrm>
            <a:off x="430200" y="19015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US" sz="9600" spc="-1" strike="noStrike">
                <a:solidFill>
                  <a:srgbClr val="a6192e"/>
                </a:solidFill>
                <a:latin typeface="Sora"/>
              </a:rPr>
              <a:t>04</a:t>
            </a:r>
            <a:endParaRPr b="1" lang="en-US" sz="9600" spc="-1" strike="noStrike">
              <a:solidFill>
                <a:schemeClr val="dk1"/>
              </a:solidFill>
              <a:latin typeface="Open Sans SemiBold"/>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457200" y="547200"/>
            <a:ext cx="62078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of 3 paragraphs</a:t>
            </a:r>
            <a:endParaRPr b="0" lang="en-US" sz="2700" spc="-1" strike="noStrike">
              <a:solidFill>
                <a:schemeClr val="dk1"/>
              </a:solidFill>
              <a:latin typeface="Calibri"/>
            </a:endParaRPr>
          </a:p>
        </p:txBody>
      </p:sp>
      <p:sp>
        <p:nvSpPr>
          <p:cNvPr id="175" name="PlaceHolder 2"/>
          <p:cNvSpPr>
            <a:spLocks noGrp="1"/>
          </p:cNvSpPr>
          <p:nvPr>
            <p:ph/>
          </p:nvPr>
        </p:nvSpPr>
        <p:spPr>
          <a:xfrm>
            <a:off x="467640" y="2598120"/>
            <a:ext cx="2072520" cy="21686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0" lang="en-US" sz="1200" spc="-1" strike="noStrike">
                <a:solidFill>
                  <a:schemeClr val="dk1"/>
                </a:solidFill>
                <a:latin typeface="Open Sans"/>
                <a:ea typeface="Open Sans"/>
              </a:rPr>
              <a:t>You can adjust font size and put your paragraph here. Keep the content simple, accessible and easy to read. </a:t>
            </a:r>
            <a:endParaRPr b="1" lang="en-US" sz="1200" spc="-1" strike="noStrike">
              <a:solidFill>
                <a:schemeClr val="dk1"/>
              </a:solidFill>
              <a:latin typeface="Open Sans SemiBold"/>
            </a:endParaRPr>
          </a:p>
        </p:txBody>
      </p:sp>
      <p:sp>
        <p:nvSpPr>
          <p:cNvPr id="176" name="PlaceHolder 3"/>
          <p:cNvSpPr>
            <a:spLocks noGrp="1"/>
          </p:cNvSpPr>
          <p:nvPr>
            <p:ph/>
          </p:nvPr>
        </p:nvSpPr>
        <p:spPr>
          <a:xfrm>
            <a:off x="3222720" y="2598120"/>
            <a:ext cx="2072520" cy="21686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0" lang="en-US" sz="1200" spc="-1" strike="noStrike">
                <a:solidFill>
                  <a:schemeClr val="dk1"/>
                </a:solidFill>
                <a:latin typeface="Open Sans"/>
                <a:ea typeface="Open Sans"/>
              </a:rPr>
              <a:t>You can adjust font size and put your paragraph here. Keep the content simple, accessible and easy to read. </a:t>
            </a:r>
            <a:endParaRPr b="1" lang="en-US" sz="1200" spc="-1" strike="noStrike">
              <a:solidFill>
                <a:schemeClr val="dk1"/>
              </a:solidFill>
              <a:latin typeface="Open Sans SemiBold"/>
            </a:endParaRPr>
          </a:p>
          <a:p>
            <a:pPr indent="0" defTabSz="914400">
              <a:lnSpc>
                <a:spcPct val="90000"/>
              </a:lnSpc>
              <a:spcBef>
                <a:spcPts val="751"/>
              </a:spcBef>
              <a:buNone/>
              <a:tabLst>
                <a:tab algn="l" pos="0"/>
              </a:tabLst>
            </a:pPr>
            <a:endParaRPr b="1" lang="en-US" sz="1200" spc="-1" strike="noStrike">
              <a:solidFill>
                <a:schemeClr val="dk1"/>
              </a:solidFill>
              <a:latin typeface="Open Sans SemiBold"/>
            </a:endParaRPr>
          </a:p>
        </p:txBody>
      </p:sp>
      <p:sp>
        <p:nvSpPr>
          <p:cNvPr id="177" name="PlaceHolder 4"/>
          <p:cNvSpPr>
            <a:spLocks noGrp="1"/>
          </p:cNvSpPr>
          <p:nvPr>
            <p:ph/>
          </p:nvPr>
        </p:nvSpPr>
        <p:spPr>
          <a:xfrm>
            <a:off x="5986080" y="2598120"/>
            <a:ext cx="2072520" cy="21686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0" lang="en-US" sz="1200" spc="-1" strike="noStrike">
                <a:solidFill>
                  <a:schemeClr val="dk1"/>
                </a:solidFill>
                <a:latin typeface="Open Sans"/>
                <a:ea typeface="Open Sans"/>
              </a:rPr>
              <a:t>You can adjust font size and put your paragraph here. Keep the content simple, accessible and easy to read. </a:t>
            </a:r>
            <a:endParaRPr b="1" lang="en-US" sz="1200" spc="-1" strike="noStrike">
              <a:solidFill>
                <a:schemeClr val="dk1"/>
              </a:solidFill>
              <a:latin typeface="Open Sans SemiBold"/>
            </a:endParaRPr>
          </a:p>
          <a:p>
            <a:pPr indent="0" defTabSz="914400">
              <a:lnSpc>
                <a:spcPct val="90000"/>
              </a:lnSpc>
              <a:spcBef>
                <a:spcPts val="751"/>
              </a:spcBef>
              <a:buNone/>
              <a:tabLst>
                <a:tab algn="l" pos="0"/>
              </a:tabLst>
            </a:pPr>
            <a:endParaRPr b="1" lang="en-US" sz="1200" spc="-1" strike="noStrike">
              <a:solidFill>
                <a:schemeClr val="dk1"/>
              </a:solidFill>
              <a:latin typeface="Open Sans SemiBold"/>
            </a:endParaRPr>
          </a:p>
        </p:txBody>
      </p:sp>
      <p:sp>
        <p:nvSpPr>
          <p:cNvPr id="178" name="PlaceHolder 5"/>
          <p:cNvSpPr>
            <a:spLocks noGrp="1"/>
          </p:cNvSpPr>
          <p:nvPr>
            <p:ph/>
          </p:nvPr>
        </p:nvSpPr>
        <p:spPr>
          <a:xfrm>
            <a:off x="46836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rgbClr val="a6192e"/>
                </a:solidFill>
                <a:latin typeface="Open Sans SemiBold"/>
              </a:rPr>
              <a:t>Example title 1</a:t>
            </a:r>
            <a:endParaRPr b="1" lang="en-US" sz="1400" spc="-1" strike="noStrike">
              <a:solidFill>
                <a:schemeClr val="dk1"/>
              </a:solidFill>
              <a:latin typeface="Open Sans SemiBold"/>
            </a:endParaRPr>
          </a:p>
        </p:txBody>
      </p:sp>
      <p:sp>
        <p:nvSpPr>
          <p:cNvPr id="179" name="PlaceHolder 6"/>
          <p:cNvSpPr>
            <a:spLocks noGrp="1"/>
          </p:cNvSpPr>
          <p:nvPr>
            <p:ph/>
          </p:nvPr>
        </p:nvSpPr>
        <p:spPr>
          <a:xfrm>
            <a:off x="322308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rgbClr val="a6192e"/>
                </a:solidFill>
                <a:latin typeface="Open Sans SemiBold"/>
              </a:rPr>
              <a:t>Example title 2</a:t>
            </a:r>
            <a:endParaRPr b="1" lang="en-US" sz="1400" spc="-1" strike="noStrike">
              <a:solidFill>
                <a:schemeClr val="dk1"/>
              </a:solidFill>
              <a:latin typeface="Open Sans SemiBold"/>
            </a:endParaRPr>
          </a:p>
          <a:p>
            <a:pPr indent="0" defTabSz="914400">
              <a:lnSpc>
                <a:spcPct val="90000"/>
              </a:lnSpc>
              <a:spcBef>
                <a:spcPts val="1001"/>
              </a:spcBef>
              <a:buNone/>
              <a:tabLst>
                <a:tab algn="l" pos="0"/>
              </a:tabLst>
            </a:pPr>
            <a:endParaRPr b="1" lang="en-US" sz="1400" spc="-1" strike="noStrike">
              <a:solidFill>
                <a:schemeClr val="dk1"/>
              </a:solidFill>
              <a:latin typeface="Open Sans SemiBold"/>
            </a:endParaRPr>
          </a:p>
        </p:txBody>
      </p:sp>
      <p:sp>
        <p:nvSpPr>
          <p:cNvPr id="180" name="PlaceHolder 7"/>
          <p:cNvSpPr>
            <a:spLocks noGrp="1"/>
          </p:cNvSpPr>
          <p:nvPr>
            <p:ph/>
          </p:nvPr>
        </p:nvSpPr>
        <p:spPr>
          <a:xfrm>
            <a:off x="5978160" y="1883880"/>
            <a:ext cx="2072160" cy="478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400" spc="-1" strike="noStrike">
                <a:solidFill>
                  <a:srgbClr val="a6192e"/>
                </a:solidFill>
                <a:latin typeface="Open Sans SemiBold"/>
              </a:rPr>
              <a:t>Example title 3</a:t>
            </a:r>
            <a:endParaRPr b="1" lang="en-US" sz="1400" spc="-1" strike="noStrike">
              <a:solidFill>
                <a:schemeClr val="dk1"/>
              </a:solidFill>
              <a:latin typeface="Open Sans SemiBold"/>
            </a:endParaRPr>
          </a:p>
        </p:txBody>
      </p:sp>
      <p:sp>
        <p:nvSpPr>
          <p:cNvPr id="9" name="PlaceHolder 8"/>
          <p:cNvSpPr>
            <a:spLocks noGrp="1"/>
          </p:cNvSpPr>
          <p:nvPr>
            <p:ph type="sldNum" idx="7"/>
          </p:nvPr>
        </p:nvSpPr>
        <p:spPr/>
        <p:txBody>
          <a:bodyPr/>
          <a:p>
            <a:fld id="{C71E473C-025A-43B8-98CD-58C5409FD4E1}"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p:nvPr>
        </p:nvSpPr>
        <p:spPr>
          <a:xfrm>
            <a:off x="598320" y="1898640"/>
            <a:ext cx="2072520" cy="14540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1200" spc="-1" strike="noStrike">
                <a:solidFill>
                  <a:srgbClr val="a6192e"/>
                </a:solidFill>
                <a:latin typeface="Open Sans SemiBold"/>
              </a:rPr>
              <a:t>Example point 1</a:t>
            </a:r>
            <a:endParaRPr b="1" lang="en-US" sz="1200" spc="-1" strike="noStrike">
              <a:solidFill>
                <a:schemeClr val="dk1"/>
              </a:solidFill>
              <a:latin typeface="Open Sans SemiBold"/>
            </a:endParaRPr>
          </a:p>
          <a:p>
            <a:pPr indent="0" defTabSz="914400">
              <a:lnSpc>
                <a:spcPct val="90000"/>
              </a:lnSpc>
              <a:spcBef>
                <a:spcPts val="1001"/>
              </a:spcBef>
              <a:buNone/>
              <a:tabLst>
                <a:tab algn="l" pos="0"/>
              </a:tabLst>
            </a:pPr>
            <a:r>
              <a:rPr b="0" lang="en-US" sz="1200" spc="-1" strike="noStrike">
                <a:solidFill>
                  <a:schemeClr val="dk1"/>
                </a:solidFill>
                <a:latin typeface="Open Sans"/>
                <a:ea typeface="Open Sans"/>
              </a:rPr>
              <a:t>You can adjust font size to fit into each circle. Use it as a visual aid of 3 key points you are making.</a:t>
            </a:r>
            <a:endParaRPr b="1" lang="en-US" sz="1200" spc="-1" strike="noStrike">
              <a:solidFill>
                <a:schemeClr val="dk1"/>
              </a:solidFill>
              <a:latin typeface="Open Sans SemiBold"/>
            </a:endParaRPr>
          </a:p>
        </p:txBody>
      </p:sp>
      <p:sp>
        <p:nvSpPr>
          <p:cNvPr id="182" name="PlaceHolder 2"/>
          <p:cNvSpPr>
            <a:spLocks noGrp="1"/>
          </p:cNvSpPr>
          <p:nvPr>
            <p:ph/>
          </p:nvPr>
        </p:nvSpPr>
        <p:spPr>
          <a:xfrm>
            <a:off x="3598560" y="1898640"/>
            <a:ext cx="2072520" cy="14540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1200" spc="-1" strike="noStrike">
                <a:solidFill>
                  <a:srgbClr val="a6192e"/>
                </a:solidFill>
                <a:latin typeface="Open Sans SemiBold"/>
              </a:rPr>
              <a:t>Example point 2</a:t>
            </a:r>
            <a:endParaRPr b="1" lang="en-US" sz="1200" spc="-1" strike="noStrike">
              <a:solidFill>
                <a:schemeClr val="dk1"/>
              </a:solidFill>
              <a:latin typeface="Open Sans SemiBold"/>
            </a:endParaRPr>
          </a:p>
          <a:p>
            <a:pPr indent="0" defTabSz="914400">
              <a:lnSpc>
                <a:spcPct val="90000"/>
              </a:lnSpc>
              <a:spcBef>
                <a:spcPts val="1001"/>
              </a:spcBef>
              <a:buNone/>
              <a:tabLst>
                <a:tab algn="l" pos="0"/>
              </a:tabLst>
            </a:pPr>
            <a:r>
              <a:rPr b="0" lang="en-US" sz="1200" spc="-1" strike="noStrike">
                <a:solidFill>
                  <a:schemeClr val="dk1"/>
                </a:solidFill>
                <a:latin typeface="Open Sans"/>
                <a:ea typeface="Open Sans"/>
              </a:rPr>
              <a:t>You can adjust font size to fit into each circle. Use it as a visual aid of 3 key points you are making.</a:t>
            </a:r>
            <a:endParaRPr b="1" lang="en-US" sz="1200" spc="-1" strike="noStrike">
              <a:solidFill>
                <a:schemeClr val="dk1"/>
              </a:solidFill>
              <a:latin typeface="Open Sans SemiBold"/>
            </a:endParaRPr>
          </a:p>
        </p:txBody>
      </p:sp>
      <p:sp>
        <p:nvSpPr>
          <p:cNvPr id="183" name="PlaceHolder 3"/>
          <p:cNvSpPr>
            <a:spLocks noGrp="1"/>
          </p:cNvSpPr>
          <p:nvPr>
            <p:ph/>
          </p:nvPr>
        </p:nvSpPr>
        <p:spPr>
          <a:xfrm>
            <a:off x="6598440" y="1898640"/>
            <a:ext cx="2072520" cy="14540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1200" spc="-1" strike="noStrike">
                <a:solidFill>
                  <a:srgbClr val="a6192e"/>
                </a:solidFill>
                <a:latin typeface="Open Sans SemiBold"/>
              </a:rPr>
              <a:t>Example point 3</a:t>
            </a:r>
            <a:endParaRPr b="1" lang="en-US" sz="1200" spc="-1" strike="noStrike">
              <a:solidFill>
                <a:schemeClr val="dk1"/>
              </a:solidFill>
              <a:latin typeface="Open Sans SemiBold"/>
            </a:endParaRPr>
          </a:p>
          <a:p>
            <a:pPr indent="0" defTabSz="914400">
              <a:lnSpc>
                <a:spcPct val="90000"/>
              </a:lnSpc>
              <a:spcBef>
                <a:spcPts val="1001"/>
              </a:spcBef>
              <a:buNone/>
              <a:tabLst>
                <a:tab algn="l" pos="0"/>
              </a:tabLst>
            </a:pPr>
            <a:r>
              <a:rPr b="0" lang="en-US" sz="1200" spc="-1" strike="noStrike">
                <a:solidFill>
                  <a:schemeClr val="dk1"/>
                </a:solidFill>
                <a:latin typeface="Open Sans"/>
                <a:ea typeface="Open Sans"/>
              </a:rPr>
              <a:t>You can adjust font size to fit into each circle. Use it as a visual aid of 3 key points you are making.</a:t>
            </a:r>
            <a:endParaRPr b="1" lang="en-US" sz="1200" spc="-1" strike="noStrike">
              <a:solidFill>
                <a:schemeClr val="dk1"/>
              </a:solidFill>
              <a:latin typeface="Open Sans SemiBold"/>
            </a:endParaRPr>
          </a:p>
        </p:txBody>
      </p:sp>
      <p:sp>
        <p:nvSpPr>
          <p:cNvPr id="5" name="PlaceHolder 4"/>
          <p:cNvSpPr>
            <a:spLocks noGrp="1"/>
          </p:cNvSpPr>
          <p:nvPr>
            <p:ph type="sldNum" idx="9"/>
          </p:nvPr>
        </p:nvSpPr>
        <p:spPr/>
        <p:txBody>
          <a:bodyPr/>
          <a:p>
            <a:fld id="{19CE8937-C7A6-4CBB-81AC-C9A4FE029199}"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icture Placeholder 22"/>
          <p:cNvSpPr/>
          <p:nvPr/>
        </p:nvSpPr>
        <p:spPr>
          <a:xfrm>
            <a:off x="3176640" y="1220760"/>
            <a:ext cx="2835000" cy="2835000"/>
          </a:xfrm>
          <a:prstGeom prst="ellipse">
            <a:avLst/>
          </a:pr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85" name="PlaceHolder 1"/>
          <p:cNvSpPr>
            <a:spLocks noGrp="1"/>
          </p:cNvSpPr>
          <p:nvPr>
            <p:ph/>
          </p:nvPr>
        </p:nvSpPr>
        <p:spPr>
          <a:xfrm>
            <a:off x="484200" y="527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US" sz="1400" spc="-1" strike="noStrike">
                <a:solidFill>
                  <a:srgbClr val="a6192e"/>
                </a:solidFill>
                <a:latin typeface="Open Sans SemiBold"/>
                <a:ea typeface="Open Sans SemiBold"/>
              </a:rPr>
              <a:t>Example point 1</a:t>
            </a:r>
            <a:endParaRPr b="1" lang="en-US" sz="1400" spc="-1" strike="noStrike">
              <a:solidFill>
                <a:schemeClr val="dk1"/>
              </a:solidFill>
              <a:latin typeface="Open Sans SemiBold"/>
            </a:endParaRPr>
          </a:p>
        </p:txBody>
      </p:sp>
      <p:sp>
        <p:nvSpPr>
          <p:cNvPr id="186" name="PlaceHolder 2"/>
          <p:cNvSpPr>
            <a:spLocks noGrp="1"/>
          </p:cNvSpPr>
          <p:nvPr>
            <p:ph/>
          </p:nvPr>
        </p:nvSpPr>
        <p:spPr>
          <a:xfrm>
            <a:off x="3413160" y="52704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US" sz="1400" spc="-1" strike="noStrike">
                <a:solidFill>
                  <a:srgbClr val="a6192e"/>
                </a:solidFill>
                <a:latin typeface="Open Sans SemiBold"/>
                <a:ea typeface="Open Sans SemiBold"/>
              </a:rPr>
              <a:t>Example point 2</a:t>
            </a:r>
            <a:endParaRPr b="1" lang="en-US" sz="1400" spc="-1" strike="noStrike">
              <a:solidFill>
                <a:schemeClr val="dk1"/>
              </a:solidFill>
              <a:latin typeface="Open Sans SemiBold"/>
            </a:endParaRPr>
          </a:p>
        </p:txBody>
      </p:sp>
      <p:sp>
        <p:nvSpPr>
          <p:cNvPr id="187" name="PlaceHolder 3"/>
          <p:cNvSpPr>
            <a:spLocks noGrp="1"/>
          </p:cNvSpPr>
          <p:nvPr>
            <p:ph/>
          </p:nvPr>
        </p:nvSpPr>
        <p:spPr>
          <a:xfrm>
            <a:off x="6342120" y="541800"/>
            <a:ext cx="2317320" cy="586440"/>
          </a:xfrm>
          <a:prstGeom prst="rect">
            <a:avLst/>
          </a:prstGeom>
          <a:noFill/>
          <a:ln w="0">
            <a:noFill/>
          </a:ln>
        </p:spPr>
        <p:txBody>
          <a:bodyPr lIns="91440" rIns="91440" tIns="45720" bIns="45720" anchor="t">
            <a:normAutofit/>
          </a:bodyPr>
          <a:p>
            <a:pPr indent="0" defTabSz="914400">
              <a:lnSpc>
                <a:spcPct val="90000"/>
              </a:lnSpc>
              <a:spcBef>
                <a:spcPts val="751"/>
              </a:spcBef>
              <a:buNone/>
              <a:tabLst>
                <a:tab algn="l" pos="0"/>
              </a:tabLst>
            </a:pPr>
            <a:r>
              <a:rPr b="1" lang="en-US" sz="1400" spc="-1" strike="noStrike">
                <a:solidFill>
                  <a:srgbClr val="a6192e"/>
                </a:solidFill>
                <a:latin typeface="Open Sans SemiBold"/>
                <a:ea typeface="Open Sans SemiBold"/>
              </a:rPr>
              <a:t>Example point 2</a:t>
            </a:r>
            <a:endParaRPr b="1" lang="en-US" sz="1400" spc="-1" strike="noStrike">
              <a:solidFill>
                <a:schemeClr val="dk1"/>
              </a:solidFill>
              <a:latin typeface="Open Sans SemiBold"/>
            </a:endParaRPr>
          </a:p>
        </p:txBody>
      </p:sp>
      <p:sp>
        <p:nvSpPr>
          <p:cNvPr id="188" name="PlaceHolder 4"/>
          <p:cNvSpPr>
            <a:spLocks noGrp="1"/>
          </p:cNvSpPr>
          <p:nvPr>
            <p:ph/>
          </p:nvPr>
        </p:nvSpPr>
        <p:spPr>
          <a:xfrm>
            <a:off x="484200" y="4163040"/>
            <a:ext cx="2317320" cy="5864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1200" spc="-1" strike="noStrike">
                <a:solidFill>
                  <a:schemeClr val="dk1"/>
                </a:solidFill>
                <a:latin typeface="Open Sans SemiBold"/>
                <a:ea typeface="Open Sans SemiBold"/>
              </a:rPr>
              <a:t>Image description here</a:t>
            </a:r>
            <a:endParaRPr b="1" lang="en-US" sz="1200" spc="-1" strike="noStrike">
              <a:solidFill>
                <a:schemeClr val="dk1"/>
              </a:solidFill>
              <a:latin typeface="Open Sans SemiBold"/>
            </a:endParaRPr>
          </a:p>
        </p:txBody>
      </p:sp>
      <p:sp>
        <p:nvSpPr>
          <p:cNvPr id="189" name="PlaceHolder 5"/>
          <p:cNvSpPr>
            <a:spLocks noGrp="1"/>
          </p:cNvSpPr>
          <p:nvPr>
            <p:ph/>
          </p:nvPr>
        </p:nvSpPr>
        <p:spPr>
          <a:xfrm>
            <a:off x="3413160" y="4163040"/>
            <a:ext cx="2317320" cy="5864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1200" spc="-1" strike="noStrike">
                <a:solidFill>
                  <a:schemeClr val="dk1"/>
                </a:solidFill>
                <a:latin typeface="Open Sans SemiBold"/>
                <a:ea typeface="Open Sans SemiBold"/>
              </a:rPr>
              <a:t>Image description here</a:t>
            </a:r>
            <a:endParaRPr b="1" lang="en-US" sz="1200" spc="-1" strike="noStrike">
              <a:solidFill>
                <a:schemeClr val="dk1"/>
              </a:solidFill>
              <a:latin typeface="Open Sans SemiBold"/>
            </a:endParaRPr>
          </a:p>
          <a:p>
            <a:pPr indent="0" defTabSz="914400">
              <a:lnSpc>
                <a:spcPct val="90000"/>
              </a:lnSpc>
              <a:spcBef>
                <a:spcPts val="751"/>
              </a:spcBef>
              <a:buNone/>
              <a:tabLst>
                <a:tab algn="l" pos="0"/>
              </a:tabLst>
            </a:pPr>
            <a:endParaRPr b="1" lang="en-US" sz="1200" spc="-1" strike="noStrike">
              <a:solidFill>
                <a:schemeClr val="dk1"/>
              </a:solidFill>
              <a:latin typeface="Open Sans SemiBold"/>
            </a:endParaRPr>
          </a:p>
        </p:txBody>
      </p:sp>
      <p:sp>
        <p:nvSpPr>
          <p:cNvPr id="190" name="PlaceHolder 6"/>
          <p:cNvSpPr>
            <a:spLocks noGrp="1"/>
          </p:cNvSpPr>
          <p:nvPr>
            <p:ph/>
          </p:nvPr>
        </p:nvSpPr>
        <p:spPr>
          <a:xfrm>
            <a:off x="6342120" y="4177440"/>
            <a:ext cx="2317320" cy="5864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1200" spc="-1" strike="noStrike">
                <a:solidFill>
                  <a:schemeClr val="dk1"/>
                </a:solidFill>
                <a:latin typeface="Open Sans SemiBold"/>
                <a:ea typeface="Open Sans SemiBold"/>
              </a:rPr>
              <a:t>Image description here</a:t>
            </a:r>
            <a:endParaRPr b="1" lang="en-US" sz="1200" spc="-1" strike="noStrike">
              <a:solidFill>
                <a:schemeClr val="dk1"/>
              </a:solidFill>
              <a:latin typeface="Open Sans SemiBold"/>
            </a:endParaRPr>
          </a:p>
          <a:p>
            <a:pPr indent="0" defTabSz="914400">
              <a:lnSpc>
                <a:spcPct val="90000"/>
              </a:lnSpc>
              <a:spcBef>
                <a:spcPts val="751"/>
              </a:spcBef>
              <a:buNone/>
              <a:tabLst>
                <a:tab algn="l" pos="0"/>
              </a:tabLst>
            </a:pPr>
            <a:endParaRPr b="1" lang="en-US" sz="1200" spc="-1" strike="noStrike">
              <a:solidFill>
                <a:schemeClr val="dk1"/>
              </a:solidFill>
              <a:latin typeface="Open Sans SemiBold"/>
            </a:endParaRPr>
          </a:p>
        </p:txBody>
      </p:sp>
      <p:sp>
        <p:nvSpPr>
          <p:cNvPr id="191" name="Picture Placeholder 20"/>
          <p:cNvSpPr/>
          <p:nvPr/>
        </p:nvSpPr>
        <p:spPr>
          <a:xfrm>
            <a:off x="230760" y="1206360"/>
            <a:ext cx="2835000" cy="2835000"/>
          </a:xfrm>
          <a:prstGeom prst="ellipse">
            <a:avLst/>
          </a:prstGeom>
          <a:blipFill rotWithShape="0">
            <a:blip r:embed="rId2"/>
            <a:srcRect/>
            <a:stretch/>
          </a:blip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2" name="Picture Placeholder 40"/>
          <p:cNvSpPr/>
          <p:nvPr/>
        </p:nvSpPr>
        <p:spPr>
          <a:xfrm>
            <a:off x="6122520" y="1206360"/>
            <a:ext cx="2835000" cy="2835000"/>
          </a:xfrm>
          <a:prstGeom prst="ellipse">
            <a:avLst/>
          </a:prstGeom>
          <a:blipFill rotWithShape="0">
            <a:blip r:embed="rId3"/>
            <a:srcRect/>
            <a:stretch/>
          </a:blip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8" name="PlaceHolder 7"/>
          <p:cNvSpPr>
            <a:spLocks noGrp="1"/>
          </p:cNvSpPr>
          <p:nvPr>
            <p:ph type="sldNum" idx="12"/>
          </p:nvPr>
        </p:nvSpPr>
        <p:spPr/>
        <p:txBody>
          <a:bodyPr/>
          <a:p>
            <a:fld id="{F28BB12F-4918-4D65-9B35-5FF11B17D331}"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3200760" y="1901520"/>
            <a:ext cx="525924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This is an example </a:t>
            </a:r>
            <a:br>
              <a:rPr sz="2700"/>
            </a:br>
            <a:r>
              <a:rPr b="0" lang="en-US" sz="2700" spc="-1" strike="noStrike">
                <a:solidFill>
                  <a:srgbClr val="a6192e"/>
                </a:solidFill>
                <a:latin typeface="Sora SemiBold"/>
              </a:rPr>
              <a:t>of a section divider</a:t>
            </a:r>
            <a:endParaRPr b="0" lang="en-US" sz="2700" spc="-1" strike="noStrike">
              <a:solidFill>
                <a:schemeClr val="dk1"/>
              </a:solidFill>
              <a:latin typeface="Calibri"/>
            </a:endParaRPr>
          </a:p>
        </p:txBody>
      </p:sp>
      <p:sp>
        <p:nvSpPr>
          <p:cNvPr id="194" name="PlaceHolder 2"/>
          <p:cNvSpPr>
            <a:spLocks noGrp="1"/>
          </p:cNvSpPr>
          <p:nvPr>
            <p:ph/>
          </p:nvPr>
        </p:nvSpPr>
        <p:spPr>
          <a:xfrm>
            <a:off x="456480" y="1995120"/>
            <a:ext cx="2505960" cy="914040"/>
          </a:xfrm>
          <a:prstGeom prst="rect">
            <a:avLst/>
          </a:prstGeom>
          <a:noFill/>
          <a:ln w="0">
            <a:noFill/>
          </a:ln>
        </p:spPr>
        <p:txBody>
          <a:bodyPr lIns="91440" rIns="91440" tIns="45720" bIns="45720" anchor="t">
            <a:noAutofit/>
          </a:bodyPr>
          <a:p>
            <a:pPr marL="228600" indent="-228600" algn="ctr" defTabSz="914400">
              <a:lnSpc>
                <a:spcPct val="90000"/>
              </a:lnSpc>
              <a:spcBef>
                <a:spcPts val="1001"/>
              </a:spcBef>
              <a:buNone/>
              <a:tabLst>
                <a:tab algn="l" pos="0"/>
              </a:tabLst>
            </a:pPr>
            <a:r>
              <a:rPr b="1" lang="en-US" sz="9600" spc="-1" strike="noStrike">
                <a:solidFill>
                  <a:srgbClr val="ffffff"/>
                </a:solidFill>
                <a:latin typeface="Sora"/>
              </a:rPr>
              <a:t>05</a:t>
            </a:r>
            <a:endParaRPr b="1" lang="en-US" sz="9600" spc="-1" strike="noStrike">
              <a:solidFill>
                <a:schemeClr val="dk1"/>
              </a:solidFill>
              <a:latin typeface="Open Sans SemiBold"/>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467640" y="542160"/>
            <a:ext cx="3188520" cy="1101240"/>
          </a:xfrm>
          <a:prstGeom prst="rect">
            <a:avLst/>
          </a:prstGeom>
          <a:noFill/>
          <a:ln w="0">
            <a:noFill/>
          </a:ln>
        </p:spPr>
        <p:txBody>
          <a:bodyPr lIns="91440" rIns="91440" tIns="45720" bIns="45720" anchor="b">
            <a:noAutofit/>
          </a:bodyPr>
          <a:p>
            <a:pPr indent="0" defTabSz="914400">
              <a:lnSpc>
                <a:spcPct val="90000"/>
              </a:lnSpc>
              <a:buNone/>
            </a:pPr>
            <a:r>
              <a:rPr b="0" lang="en-US" sz="2700" spc="-1" strike="noStrike">
                <a:solidFill>
                  <a:srgbClr val="a6192e"/>
                </a:solidFill>
                <a:latin typeface="Sora SemiBold"/>
              </a:rPr>
              <a:t>Example page with image</a:t>
            </a:r>
            <a:endParaRPr b="0" lang="en-US" sz="2700" spc="-1" strike="noStrike">
              <a:solidFill>
                <a:schemeClr val="dk1"/>
              </a:solidFill>
              <a:latin typeface="Calibri"/>
            </a:endParaRPr>
          </a:p>
        </p:txBody>
      </p:sp>
      <p:sp>
        <p:nvSpPr>
          <p:cNvPr id="196" name="PlaceHolder 2"/>
          <p:cNvSpPr>
            <a:spLocks noGrp="1"/>
          </p:cNvSpPr>
          <p:nvPr>
            <p:ph/>
          </p:nvPr>
        </p:nvSpPr>
        <p:spPr>
          <a:xfrm>
            <a:off x="463680" y="1925640"/>
            <a:ext cx="3188520" cy="1292040"/>
          </a:xfrm>
          <a:prstGeom prst="rect">
            <a:avLst/>
          </a:prstGeom>
          <a:noFill/>
          <a:ln w="0">
            <a:noFill/>
          </a:ln>
        </p:spPr>
        <p:txBody>
          <a:bodyPr lIns="91440" rIns="91440" tIns="45720" bIns="45720" anchor="t">
            <a:noAutofit/>
          </a:bodyPr>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1" lang="en-US" sz="1600" spc="-1" strike="noStrike">
                <a:solidFill>
                  <a:schemeClr val="dk1"/>
                </a:solidFill>
                <a:latin typeface="Open Sans SemiBold"/>
              </a:rPr>
              <a:t>Point 1</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1" lang="en-US" sz="1600" spc="-1" strike="noStrike">
                <a:solidFill>
                  <a:schemeClr val="dk1"/>
                </a:solidFill>
                <a:latin typeface="Open Sans SemiBold"/>
              </a:rPr>
              <a:t>Point 2</a:t>
            </a:r>
            <a:endParaRPr b="1" lang="en-US" sz="1600" spc="-1" strike="noStrike">
              <a:solidFill>
                <a:schemeClr val="dk1"/>
              </a:solidFill>
              <a:latin typeface="Open Sans SemiBold"/>
            </a:endParaRPr>
          </a:p>
          <a:p>
            <a:pPr defTabSz="914400">
              <a:lnSpc>
                <a:spcPct val="90000"/>
              </a:lnSpc>
              <a:spcBef>
                <a:spcPts val="751"/>
              </a:spcBef>
              <a:buClr>
                <a:srgbClr val="000000"/>
              </a:buClr>
              <a:buFont typeface="Arial"/>
              <a:buChar char="•"/>
            </a:pPr>
            <a:r>
              <a:rPr b="1" lang="en-US" sz="1600" spc="-1" strike="noStrike">
                <a:solidFill>
                  <a:schemeClr val="dk1"/>
                </a:solidFill>
                <a:latin typeface="Open Sans SemiBold"/>
              </a:rPr>
              <a:t> </a:t>
            </a:r>
            <a:r>
              <a:rPr b="0" lang="en-US" sz="1600" spc="-1" strike="noStrike">
                <a:solidFill>
                  <a:schemeClr val="dk1"/>
                </a:solidFill>
                <a:latin typeface="Open Sans SemiBold"/>
              </a:rPr>
              <a:t>Point</a:t>
            </a:r>
            <a:r>
              <a:rPr b="1" lang="en-US" sz="1600" spc="-1" strike="noStrike">
                <a:solidFill>
                  <a:schemeClr val="dk1"/>
                </a:solidFill>
                <a:latin typeface="Open Sans SemiBold"/>
              </a:rPr>
              <a:t> 3</a:t>
            </a:r>
            <a:endParaRPr b="1" lang="en-US" sz="1600" spc="-1" strike="noStrike">
              <a:solidFill>
                <a:schemeClr val="dk1"/>
              </a:solidFill>
              <a:latin typeface="Open Sans SemiBold"/>
            </a:endParaRPr>
          </a:p>
        </p:txBody>
      </p:sp>
      <p:pic>
        <p:nvPicPr>
          <p:cNvPr id="197" name="Picture Placeholder 8" descr="A person in a blue dress&#10;&#10;AI-generated content may be incorrect."/>
          <p:cNvPicPr/>
          <p:nvPr/>
        </p:nvPicPr>
        <p:blipFill>
          <a:blip r:embed="rId1"/>
          <a:stretch/>
        </p:blipFill>
        <p:spPr>
          <a:xfrm>
            <a:off x="4572000" y="0"/>
            <a:ext cx="4571640" cy="5143320"/>
          </a:xfrm>
          <a:prstGeom prst="rect">
            <a:avLst/>
          </a:prstGeom>
          <a:ln w="0">
            <a:noFill/>
          </a:ln>
        </p:spPr>
      </p:pic>
      <p:sp>
        <p:nvSpPr>
          <p:cNvPr id="4" name="PlaceHolder 3"/>
          <p:cNvSpPr>
            <a:spLocks noGrp="1"/>
          </p:cNvSpPr>
          <p:nvPr>
            <p:ph type="sldNum" idx="3"/>
          </p:nvPr>
        </p:nvSpPr>
        <p:spPr/>
        <p:txBody>
          <a:bodyPr/>
          <a:p>
            <a:fld id="{6B7A2D94-BD89-4F87-82C6-F246C41C65E5}"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p:nvPr>
        </p:nvSpPr>
        <p:spPr>
          <a:xfrm>
            <a:off x="450720" y="1797840"/>
            <a:ext cx="3845160" cy="72000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1600" spc="-1" strike="noStrike">
                <a:solidFill>
                  <a:schemeClr val="lt1"/>
                </a:solidFill>
                <a:latin typeface="Open Sans SemiBold"/>
                <a:ea typeface="Open Sans SemiBold"/>
              </a:rPr>
              <a:t>Speaker name</a:t>
            </a:r>
            <a:endParaRPr b="1" lang="en-US" sz="1600" spc="-1" strike="noStrike">
              <a:solidFill>
                <a:schemeClr val="dk1"/>
              </a:solidFill>
              <a:latin typeface="Open Sans SemiBold"/>
            </a:endParaRPr>
          </a:p>
        </p:txBody>
      </p:sp>
      <p:sp>
        <p:nvSpPr>
          <p:cNvPr id="199" name="PlaceHolder 2"/>
          <p:cNvSpPr>
            <a:spLocks noGrp="1"/>
          </p:cNvSpPr>
          <p:nvPr>
            <p:ph/>
          </p:nvPr>
        </p:nvSpPr>
        <p:spPr>
          <a:xfrm>
            <a:off x="450720" y="2666520"/>
            <a:ext cx="3845160" cy="359640"/>
          </a:xfrm>
          <a:prstGeom prst="rect">
            <a:avLst/>
          </a:prstGeom>
          <a:noFill/>
          <a:ln w="0">
            <a:noFill/>
          </a:ln>
        </p:spPr>
        <p:txBody>
          <a:bodyPr lIns="91440" rIns="91440" tIns="45720" bIns="45720" anchor="t">
            <a:noAutofit/>
          </a:bodyPr>
          <a:p>
            <a:pPr indent="0" defTabSz="914400">
              <a:lnSpc>
                <a:spcPct val="90000"/>
              </a:lnSpc>
              <a:spcBef>
                <a:spcPts val="751"/>
              </a:spcBef>
              <a:buNone/>
              <a:tabLst>
                <a:tab algn="l" pos="0"/>
              </a:tabLst>
            </a:pPr>
            <a:r>
              <a:rPr b="1" lang="en-US" sz="1600" spc="-1" strike="noStrike">
                <a:solidFill>
                  <a:schemeClr val="lt1"/>
                </a:solidFill>
                <a:latin typeface="Open Sans SemiBold"/>
                <a:ea typeface="Open Sans SemiBold"/>
              </a:rPr>
              <a:t>Web address or call to action</a:t>
            </a:r>
            <a:endParaRPr b="1" lang="en-US" sz="1600" spc="-1" strike="noStrike">
              <a:solidFill>
                <a:schemeClr val="dk1"/>
              </a:solidFill>
              <a:latin typeface="Open Sans SemiBold"/>
            </a:endParaRPr>
          </a:p>
        </p:txBody>
      </p:sp>
      <p:pic>
        <p:nvPicPr>
          <p:cNvPr id="200" name="Picture Placeholder 3" descr=""/>
          <p:cNvPicPr/>
          <p:nvPr/>
        </p:nvPicPr>
        <p:blipFill>
          <a:blip r:embed="rId1"/>
          <a:stretch/>
        </p:blipFill>
        <p:spPr>
          <a:xfrm>
            <a:off x="450720" y="3277800"/>
            <a:ext cx="1371240" cy="137268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1.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2.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3.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Master style">
  <a:themeElements>
    <a:clrScheme name="University of Bristol Brand Colours">
      <a:dk1>
        <a:srgbClr val="000000"/>
      </a:dk1>
      <a:lt1>
        <a:srgbClr val="ffffff"/>
      </a:lt1>
      <a:dk2>
        <a:srgbClr val="a6192e"/>
      </a:dk2>
      <a:lt2>
        <a:srgbClr val="feffff"/>
      </a:lt2>
      <a:accent1>
        <a:srgbClr val="ffd700"/>
      </a:accent1>
      <a:accent2>
        <a:srgbClr val="70deff"/>
      </a:accent2>
      <a:accent3>
        <a:srgbClr val="bbe977"/>
      </a:accent3>
      <a:accent4>
        <a:srgbClr val="ffadfc"/>
      </a:accent4>
      <a:accent5>
        <a:srgbClr val="e7dfc6"/>
      </a:accent5>
      <a:accent6>
        <a:srgbClr val="a6192e"/>
      </a:accent6>
      <a:hlink>
        <a:srgbClr val="0563c1"/>
      </a:hlink>
      <a:folHlink>
        <a:srgbClr val="e7dfc6"/>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edb9d0e4-5370-4cfb-9e4e-bdf6de379f60" xsi:nil="true"/>
    <lcf76f155ced4ddcb4097134ff3c332f xmlns="73a3add5-6b09-4a56-9bc7-30af613c133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B05D75436A52549B7ED19092B2E07A8" ma:contentTypeVersion="16" ma:contentTypeDescription="Create a new document." ma:contentTypeScope="" ma:versionID="b4a12d028d0d35f855902b0273bea3d9">
  <xsd:schema xmlns:xsd="http://www.w3.org/2001/XMLSchema" xmlns:xs="http://www.w3.org/2001/XMLSchema" xmlns:p="http://schemas.microsoft.com/office/2006/metadata/properties" xmlns:ns2="73a3add5-6b09-4a56-9bc7-30af613c1337" xmlns:ns3="edb9d0e4-5370-4cfb-9e4e-bdf6de379f60" xmlns:ns4="d1cf97c3-d43a-41a1-b8e4-c0cfd6ebd5e1" targetNamespace="http://schemas.microsoft.com/office/2006/metadata/properties" ma:root="true" ma:fieldsID="eb69909cf4d4fa141250888533ddd8b3" ns2:_="" ns3:_="" ns4:_="">
    <xsd:import namespace="73a3add5-6b09-4a56-9bc7-30af613c1337"/>
    <xsd:import namespace="edb9d0e4-5370-4cfb-9e4e-bdf6de379f60"/>
    <xsd:import namespace="d1cf97c3-d43a-41a1-b8e4-c0cfd6ebd5e1"/>
    <xsd:element name="properties">
      <xsd:complexType>
        <xsd:sequence>
          <xsd:element name="documentManagement">
            <xsd:complexType>
              <xsd:all>
                <xsd:element ref="ns2:MediaServiceAutoTags" minOccurs="0"/>
                <xsd:element ref="ns2:MediaServiceOCR"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a3add5-6b09-4a56-9bc7-30af613c1337" elementFormDefault="qualified">
    <xsd:import namespace="http://schemas.microsoft.com/office/2006/documentManagement/types"/>
    <xsd:import namespace="http://schemas.microsoft.com/office/infopath/2007/PartnerControls"/>
    <xsd:element name="MediaServiceAutoTags" ma:index="8" nillable="true" ma:displayName="Tags" ma:description="" ma:internalName="MediaServiceAutoTags" ma:readOnly="true">
      <xsd:simpleType>
        <xsd:restriction base="dms:Text"/>
      </xsd:simpleType>
    </xsd:element>
    <xsd:element name="MediaServiceOCR" ma:index="9" nillable="true" ma:displayName="Extracted Text" ma:description="" ma:internalName="MediaServiceOCR" ma:readOnly="true">
      <xsd:simpleType>
        <xsd:restriction base="dms:Note">
          <xsd:maxLength value="255"/>
        </xsd:restriction>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dd084387-097e-4aef-8f33-0dee7b0eb57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db9d0e4-5370-4cfb-9e4e-bdf6de379f60"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d97a6e6-d1a5-4f5a-9617-3779127589de}" ma:internalName="TaxCatchAll" ma:showField="CatchAllData" ma:web="db58e496-3217-4c2e-99be-bae25f41cc01">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1cf97c3-d43a-41a1-b8e4-c0cfd6ebd5e1"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3A392B5-1976-40E2-B69F-141B1F1A79DB}">
  <ds:schemaRefs>
    <ds:schemaRef ds:uri="http://purl.org/dc/elements/1.1/"/>
    <ds:schemaRef ds:uri="http://purl.org/dc/dcmitype/"/>
    <ds:schemaRef ds:uri="http://purl.org/dc/terms/"/>
    <ds:schemaRef ds:uri="http://schemas.microsoft.com/office/2006/metadata/properties"/>
    <ds:schemaRef ds:uri="http://schemas.openxmlformats.org/package/2006/metadata/core-properties"/>
    <ds:schemaRef ds:uri="d1cf97c3-d43a-41a1-b8e4-c0cfd6ebd5e1"/>
    <ds:schemaRef ds:uri="http://schemas.microsoft.com/office/2006/documentManagement/types"/>
    <ds:schemaRef ds:uri="http://schemas.microsoft.com/office/infopath/2007/PartnerControls"/>
    <ds:schemaRef ds:uri="edb9d0e4-5370-4cfb-9e4e-bdf6de379f60"/>
    <ds:schemaRef ds:uri="73a3add5-6b09-4a56-9bc7-30af613c1337"/>
    <ds:schemaRef ds:uri="http://www.w3.org/XML/1998/namespace"/>
  </ds:schemaRefs>
</ds:datastoreItem>
</file>

<file path=customXml/itemProps2.xml><?xml version="1.0" encoding="utf-8"?>
<ds:datastoreItem xmlns:ds="http://schemas.openxmlformats.org/officeDocument/2006/customXml" ds:itemID="{51EE19CF-CE3D-43B5-BD4D-AB4BDE50F5D9}">
  <ds:schemaRefs>
    <ds:schemaRef ds:uri="http://schemas.microsoft.com/sharepoint/v3/contenttype/forms"/>
  </ds:schemaRefs>
</ds:datastoreItem>
</file>

<file path=customXml/itemProps3.xml><?xml version="1.0" encoding="utf-8"?>
<ds:datastoreItem xmlns:ds="http://schemas.openxmlformats.org/officeDocument/2006/customXml" ds:itemID="{476DC804-2EEC-4EE3-9C1C-A6C9E634B40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a3add5-6b09-4a56-9bc7-30af613c1337"/>
    <ds:schemaRef ds:uri="edb9d0e4-5370-4cfb-9e4e-bdf6de379f60"/>
    <ds:schemaRef ds:uri="d1cf97c3-d43a-41a1-b8e4-c0cfd6ebd5e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PowerPoint-template</Template>
  <TotalTime>12</TotalTime>
  <Application>LibreOffice/24.2.7.2$Linux_X86_64 LibreOffice_project/420$Build-2</Application>
  <AppVersion>15.0000</AppVersion>
  <Words>422</Words>
  <Paragraphs>73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2026-06-03T13:58:57Z</dcterms:created>
  <dc:creator>Rebecca Axford</dc:creator>
  <dc:description/>
  <dc:language>en-GB</dc:language>
  <cp:lastModifiedBy/>
  <dcterms:modified xsi:type="dcterms:W3CDTF">2026-09-09T13:37:01Z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0x0101001B05D75436A52549B7ED19092B2E07A8</vt:lpwstr>
  </property>
  <property fmtid="{D5CDD505-2E9C-101B-9397-08002B2CF9AE}" pid="3" name="MediaServiceImageTags">
    <vt:lpwstr/>
  </property>
  <property fmtid="{D5CDD505-2E9C-101B-9397-08002B2CF9AE}" pid="4" name="NelsonDocId">
    <vt:lpwstr>35552b5fc0bd4f58b92ebaebf21d814b</vt:lpwstr>
  </property>
  <property fmtid="{D5CDD505-2E9C-101B-9397-08002B2CF9AE}" pid="5" name="PresentationFormat">
    <vt:lpwstr>On-screen Show (16:9)</vt:lpwstr>
  </property>
  <property fmtid="{D5CDD505-2E9C-101B-9397-08002B2CF9AE}" pid="6" name="Slides">
    <vt:i4>17</vt:i4>
  </property>
</Properties>
</file>